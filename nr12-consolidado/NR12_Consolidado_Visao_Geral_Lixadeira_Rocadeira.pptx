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wdp" ContentType="image/vnd.ms-photo"/>
  <Default Extension="xml" ContentType="application/xml"/>
  <Default Extension="wmf" ContentType="image/x-wm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media/roc_image4.jpg" ContentType="image/png"/>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media/roc_image20.jpg" ContentType="image/jpg"/>
  <Override PartName="/ppt/slides/slide118.xml" ContentType="application/vnd.openxmlformats-officedocument.presentationml.slide+xml"/>
  <Override PartName="/ppt/slides/slide11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50" r:id="rId2"/>
    <p:sldId id="331" r:id="rId4"/>
    <p:sldId id="267" r:id="rId5"/>
    <p:sldId id="367" r:id="rId6"/>
    <p:sldId id="315" r:id="rId7"/>
    <p:sldId id="339" r:id="rId8"/>
    <p:sldId id="416" r:id="rId9"/>
    <p:sldId id="417" r:id="rId10"/>
    <p:sldId id="362" r:id="rId11"/>
    <p:sldId id="378" r:id="rId12"/>
    <p:sldId id="418" r:id="rId14"/>
    <p:sldId id="419" r:id="rId15"/>
    <p:sldId id="420" r:id="rId16"/>
    <p:sldId id="421" r:id="rId17"/>
    <p:sldId id="422" r:id="rId18"/>
    <p:sldId id="384" r:id="rId19"/>
    <p:sldId id="423" r:id="rId20"/>
    <p:sldId id="424" r:id="rId21"/>
    <p:sldId id="425" r:id="rId22"/>
    <p:sldId id="426" r:id="rId23"/>
    <p:sldId id="427" r:id="rId24"/>
    <p:sldId id="428" r:id="rId25"/>
    <p:sldId id="429" r:id="rId26"/>
    <p:sldId id="430" r:id="rId27"/>
    <p:sldId id="431" r:id="rId28"/>
    <p:sldId id="432" r:id="rId29"/>
    <p:sldId id="433" r:id="rId30"/>
    <p:sldId id="434" r:id="rId31"/>
    <p:sldId id="436" r:id="rId33"/>
    <p:sldId id="437" r:id="rId34"/>
    <p:sldId id="438" r:id="rId35"/>
    <p:sldId id="439" r:id="rId36"/>
    <p:sldId id="440" r:id="rId37"/>
    <p:sldId id="441" r:id="rId38"/>
    <p:sldId id="442" r:id="rId39"/>
    <p:sldId id="390" r:id="rId40"/>
    <p:sldId id="443" r:id="rId41"/>
    <p:sldId id="385" r:id="rId42"/>
    <p:sldId id="445" r:id="rId43"/>
    <p:sldId id="444" r:id="rId44"/>
    <p:sldId id="446" r:id="rId45"/>
    <p:sldId id="447" r:id="rId46"/>
    <p:sldId id="448" r:id="rId47"/>
    <p:sldId id="449" r:id="rId48"/>
    <p:sldId id="450" r:id="rId49"/>
    <p:sldId id="451" r:id="rId50"/>
    <p:sldId id="452" r:id="rId51"/>
    <p:sldId id="453" r:id="rId52"/>
    <p:sldId id="454" r:id="rId53"/>
    <p:sldId id="455" r:id="rId54"/>
    <p:sldId id="456" r:id="rId55"/>
    <p:sldId id="457" r:id="rId56"/>
    <p:sldId id="458" r:id="rId57"/>
    <p:sldId id="459" r:id="rId58"/>
    <p:sldId id="460" r:id="rId59"/>
    <p:sldId id="461" r:id="rId60"/>
    <p:sldId id="462" r:id="rId61"/>
    <p:sldId id="463" r:id="rId62"/>
    <p:sldId id="464" r:id="rId63"/>
    <p:sldId id="465" r:id="rId64"/>
    <p:sldId id="466" r:id="rId65"/>
    <p:sldId id="467" r:id="rId66"/>
    <p:sldId id="468" r:id="rId67"/>
    <p:sldId id="469" r:id="rId68"/>
    <p:sldId id="470" r:id="rId69"/>
    <p:sldId id="471" r:id="rId70"/>
    <p:sldId id="472" r:id="rId71"/>
    <p:sldId id="473" r:id="rId72"/>
    <p:sldId id="474" r:id="rId73"/>
    <p:sldId id="475" r:id="rId74"/>
    <p:sldId id="476" r:id="rId75"/>
    <p:sldId id="477" r:id="rId76"/>
    <p:sldId id="478" r:id="rId77"/>
    <p:sldId id="479" r:id="rId78"/>
    <p:sldId id="480" r:id="rId79"/>
    <p:sldId id="481" r:id="rId80"/>
    <p:sldId id="482" r:id="rId81"/>
    <p:sldId id="483" r:id="rId82"/>
    <p:sldId id="484" r:id="rId83"/>
    <p:sldId id="485" r:id="rId92"/>
    <p:sldId id="486" r:id="rId93"/>
    <p:sldId id="487" r:id="rId94"/>
    <p:sldId id="488" r:id="rId95"/>
    <p:sldId id="489" r:id="rId96"/>
    <p:sldId id="490" r:id="rId97"/>
    <p:sldId id="491" r:id="rId98"/>
    <p:sldId id="492" r:id="rId99"/>
    <p:sldId id="493" r:id="rId100"/>
    <p:sldId id="494" r:id="rId101"/>
    <p:sldId id="495" r:id="rId102"/>
    <p:sldId id="496" r:id="rId103"/>
    <p:sldId id="497" r:id="rId104"/>
    <p:sldId id="498" r:id="rId105"/>
    <p:sldId id="499" r:id="rId106"/>
    <p:sldId id="500" r:id="rId107"/>
    <p:sldId id="501" r:id="rId108"/>
    <p:sldId id="502" r:id="rId109"/>
    <p:sldId id="503" r:id="rId110"/>
    <p:sldId id="504" r:id="rId111"/>
    <p:sldId id="505" r:id="rId112"/>
    <p:sldId id="506" r:id="rId113"/>
    <p:sldId id="507" r:id="rId114"/>
    <p:sldId id="508" r:id="rId115"/>
    <p:sldId id="509" r:id="rId116"/>
    <p:sldId id="510" r:id="rId117"/>
    <p:sldId id="511" r:id="rId118"/>
    <p:sldId id="512" r:id="rId119"/>
    <p:sldId id="513" r:id="rId120"/>
    <p:sldId id="514" r:id="rId121"/>
    <p:sldId id="515" r:id="rId122"/>
    <p:sldId id="516" r:id="rId123"/>
    <p:sldId id="517" r:id="rId124"/>
    <p:sldId id="518" r:id="rId125"/>
    <p:sldId id="519" r:id="rId126"/>
    <p:sldId id="520" r:id="rId127"/>
    <p:sldId id="376" r:id="rId84"/>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B0D3"/>
    <a:srgbClr val="8CD515"/>
    <a:srgbClr val="427883"/>
    <a:srgbClr val="000099"/>
    <a:srgbClr val="306B78"/>
    <a:srgbClr val="23A8D7"/>
    <a:srgbClr val="1EBFC3"/>
    <a:srgbClr val="F8F8F8"/>
    <a:srgbClr val="AAAAA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024435-C646-419B-B0E9-D260DB0C15D6}" v="2" dt="2023-09-20T18:39:09.31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4343" autoAdjust="0"/>
  </p:normalViewPr>
  <p:slideViewPr>
    <p:cSldViewPr snapToGrid="0" showGuides="1">
      <p:cViewPr varScale="1">
        <p:scale>
          <a:sx n="111" d="100"/>
          <a:sy n="111" d="100"/>
        </p:scale>
        <p:origin x="300" y="96"/>
      </p:cViewPr>
      <p:guideLst>
        <p:guide orient="horz" pos="2160"/>
        <p:guide pos="3840"/>
      </p:guideLst>
    </p:cSldViewPr>
  </p:slideViewPr>
  <p:notesTextViewPr>
    <p:cViewPr>
      <p:scale>
        <a:sx n="1" d="1"/>
        <a:sy n="1" d="1"/>
      </p:scale>
      <p:origin x="0" y="0"/>
    </p:cViewPr>
  </p:notesTextViewPr>
  <p:sorterViewPr>
    <p:cViewPr>
      <p:scale>
        <a:sx n="75" d="100"/>
        <a:sy n="75" d="100"/>
      </p:scale>
      <p:origin x="0" y="-18060"/>
    </p:cViewPr>
  </p:sorter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bert Bento" userId="ba54d7a0fc78066d" providerId="LiveId" clId="{73024435-C646-419B-B0E9-D260DB0C15D6}"/>
    <pc:docChg chg="modSld">
      <pc:chgData name="Herbert Bento" userId="ba54d7a0fc78066d" providerId="LiveId" clId="{73024435-C646-419B-B0E9-D260DB0C15D6}" dt="2023-09-20T18:39:09.311" v="1" actId="20577"/>
      <pc:docMkLst>
        <pc:docMk/>
      </pc:docMkLst>
      <pc:sldChg chg="modSp">
        <pc:chgData name="Herbert Bento" userId="ba54d7a0fc78066d" providerId="LiveId" clId="{73024435-C646-419B-B0E9-D260DB0C15D6}" dt="2023-09-20T18:33:07.066" v="0" actId="20577"/>
        <pc:sldMkLst>
          <pc:docMk/>
          <pc:sldMk cId="1139709387" sldId="350"/>
        </pc:sldMkLst>
        <pc:spChg chg="mod">
          <ac:chgData name="Herbert Bento" userId="ba54d7a0fc78066d" providerId="LiveId" clId="{73024435-C646-419B-B0E9-D260DB0C15D6}" dt="2023-09-20T18:33:07.066" v="0" actId="20577"/>
          <ac:spMkLst>
            <pc:docMk/>
            <pc:sldMk cId="1139709387" sldId="350"/>
            <ac:spMk id="14" creationId="{A0D8A556-D0AC-4841-AF47-DAF0DABFA933}"/>
          </ac:spMkLst>
        </pc:spChg>
      </pc:sldChg>
      <pc:sldChg chg="modSp">
        <pc:chgData name="Herbert Bento" userId="ba54d7a0fc78066d" providerId="LiveId" clId="{73024435-C646-419B-B0E9-D260DB0C15D6}" dt="2023-09-20T18:39:09.311" v="1" actId="20577"/>
        <pc:sldMkLst>
          <pc:docMk/>
          <pc:sldMk cId="1054293831" sldId="376"/>
        </pc:sldMkLst>
        <pc:spChg chg="mod">
          <ac:chgData name="Herbert Bento" userId="ba54d7a0fc78066d" providerId="LiveId" clId="{73024435-C646-419B-B0E9-D260DB0C15D6}" dt="2023-09-20T18:39:09.311" v="1" actId="20577"/>
          <ac:spMkLst>
            <pc:docMk/>
            <pc:sldMk cId="1054293831" sldId="376"/>
            <ac:spMk id="3" creationId="{00000000-0000-0000-0000-000000000000}"/>
          </ac:spMkLst>
        </pc:spChg>
      </pc:sldChg>
    </pc:docChg>
  </pc:docChgLst>
</pc:chgInfo>
</file>

<file path=ppt/drawings/_rels/lix_vmlDrawing1.vml.rels><?xml version="1.0" encoding="UTF-8" standalone="yes"?>
<Relationships xmlns="http://schemas.openxmlformats.org/package/2006/relationships"><Relationship Id="rId1" Type="http://schemas.openxmlformats.org/officeDocument/2006/relationships/image" Target="../media/lix_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B80B5-168F-452D-B6AA-E6654D62408B}" type="datetimeFigureOut">
              <a:rPr lang="id-ID" smtClean="0"/>
              <a:t>13/12/2023</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F86040-BA63-41E6-ABF9-E11A7F21592E}" type="slidenum">
              <a:rPr lang="id-ID" smtClean="0"/>
              <a:t>‹nº›</a:t>
            </a:fld>
            <a:endParaRPr lang="id-ID"/>
          </a:p>
        </p:txBody>
      </p:sp>
    </p:spTree>
    <p:extLst>
      <p:ext uri="{BB962C8B-B14F-4D97-AF65-F5344CB8AC3E}">
        <p14:creationId xmlns:p14="http://schemas.microsoft.com/office/powerpoint/2010/main" val="856152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1158876" y="2145206"/>
            <a:ext cx="1458247" cy="1578762"/>
          </a:xfrm>
          <a:custGeom>
            <a:avLst/>
            <a:gdLst>
              <a:gd name="connsiteX0" fmla="*/ 26132 w 1458247"/>
              <a:gd name="connsiteY0" fmla="*/ 0 h 1578762"/>
              <a:gd name="connsiteX1" fmla="*/ 1432115 w 1458247"/>
              <a:gd name="connsiteY1" fmla="*/ 0 h 1578762"/>
              <a:gd name="connsiteX2" fmla="*/ 1458247 w 1458247"/>
              <a:gd name="connsiteY2" fmla="*/ 26132 h 1578762"/>
              <a:gd name="connsiteX3" fmla="*/ 1458247 w 1458247"/>
              <a:gd name="connsiteY3" fmla="*/ 1552630 h 1578762"/>
              <a:gd name="connsiteX4" fmla="*/ 1432115 w 1458247"/>
              <a:gd name="connsiteY4" fmla="*/ 1578762 h 1578762"/>
              <a:gd name="connsiteX5" fmla="*/ 26132 w 1458247"/>
              <a:gd name="connsiteY5" fmla="*/ 1578762 h 1578762"/>
              <a:gd name="connsiteX6" fmla="*/ 0 w 1458247"/>
              <a:gd name="connsiteY6" fmla="*/ 1552630 h 1578762"/>
              <a:gd name="connsiteX7" fmla="*/ 0 w 1458247"/>
              <a:gd name="connsiteY7" fmla="*/ 26132 h 1578762"/>
              <a:gd name="connsiteX8" fmla="*/ 26132 w 1458247"/>
              <a:gd name="connsiteY8" fmla="*/ 0 h 15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247" h="1578762">
                <a:moveTo>
                  <a:pt x="26132" y="0"/>
                </a:moveTo>
                <a:lnTo>
                  <a:pt x="1432115" y="0"/>
                </a:lnTo>
                <a:cubicBezTo>
                  <a:pt x="1446547" y="0"/>
                  <a:pt x="1458247" y="11700"/>
                  <a:pt x="1458247" y="26132"/>
                </a:cubicBezTo>
                <a:lnTo>
                  <a:pt x="1458247" y="1552630"/>
                </a:lnTo>
                <a:cubicBezTo>
                  <a:pt x="1458247" y="1567062"/>
                  <a:pt x="1446547" y="1578762"/>
                  <a:pt x="1432115" y="1578762"/>
                </a:cubicBezTo>
                <a:lnTo>
                  <a:pt x="26132" y="1578762"/>
                </a:lnTo>
                <a:cubicBezTo>
                  <a:pt x="11700" y="1578762"/>
                  <a:pt x="0" y="1567062"/>
                  <a:pt x="0" y="1552630"/>
                </a:cubicBezTo>
                <a:lnTo>
                  <a:pt x="0" y="26132"/>
                </a:lnTo>
                <a:cubicBezTo>
                  <a:pt x="0" y="11700"/>
                  <a:pt x="11700" y="0"/>
                  <a:pt x="26132"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600">
                <a:solidFill>
                  <a:schemeClr val="tx1">
                    <a:lumMod val="65000"/>
                    <a:lumOff val="35000"/>
                  </a:schemeClr>
                </a:solidFill>
              </a:defRPr>
            </a:lvl1pPr>
          </a:lstStyle>
          <a:p>
            <a:endParaRPr lang="id-ID"/>
          </a:p>
        </p:txBody>
      </p:sp>
      <p:sp>
        <p:nvSpPr>
          <p:cNvPr id="14" name="Picture Placeholder 13"/>
          <p:cNvSpPr>
            <a:spLocks noGrp="1"/>
          </p:cNvSpPr>
          <p:nvPr>
            <p:ph type="pic" sz="quarter" idx="12"/>
          </p:nvPr>
        </p:nvSpPr>
        <p:spPr>
          <a:xfrm>
            <a:off x="1158876" y="4264403"/>
            <a:ext cx="1458247" cy="1578762"/>
          </a:xfrm>
          <a:custGeom>
            <a:avLst/>
            <a:gdLst>
              <a:gd name="connsiteX0" fmla="*/ 26132 w 1458247"/>
              <a:gd name="connsiteY0" fmla="*/ 0 h 1578762"/>
              <a:gd name="connsiteX1" fmla="*/ 1432115 w 1458247"/>
              <a:gd name="connsiteY1" fmla="*/ 0 h 1578762"/>
              <a:gd name="connsiteX2" fmla="*/ 1458247 w 1458247"/>
              <a:gd name="connsiteY2" fmla="*/ 26132 h 1578762"/>
              <a:gd name="connsiteX3" fmla="*/ 1458247 w 1458247"/>
              <a:gd name="connsiteY3" fmla="*/ 1552630 h 1578762"/>
              <a:gd name="connsiteX4" fmla="*/ 1432115 w 1458247"/>
              <a:gd name="connsiteY4" fmla="*/ 1578762 h 1578762"/>
              <a:gd name="connsiteX5" fmla="*/ 26132 w 1458247"/>
              <a:gd name="connsiteY5" fmla="*/ 1578762 h 1578762"/>
              <a:gd name="connsiteX6" fmla="*/ 0 w 1458247"/>
              <a:gd name="connsiteY6" fmla="*/ 1552630 h 1578762"/>
              <a:gd name="connsiteX7" fmla="*/ 0 w 1458247"/>
              <a:gd name="connsiteY7" fmla="*/ 26132 h 1578762"/>
              <a:gd name="connsiteX8" fmla="*/ 26132 w 1458247"/>
              <a:gd name="connsiteY8" fmla="*/ 0 h 157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247" h="1578762">
                <a:moveTo>
                  <a:pt x="26132" y="0"/>
                </a:moveTo>
                <a:lnTo>
                  <a:pt x="1432115" y="0"/>
                </a:lnTo>
                <a:cubicBezTo>
                  <a:pt x="1446547" y="0"/>
                  <a:pt x="1458247" y="11700"/>
                  <a:pt x="1458247" y="26132"/>
                </a:cubicBezTo>
                <a:lnTo>
                  <a:pt x="1458247" y="1552630"/>
                </a:lnTo>
                <a:cubicBezTo>
                  <a:pt x="1458247" y="1567062"/>
                  <a:pt x="1446547" y="1578762"/>
                  <a:pt x="1432115" y="1578762"/>
                </a:cubicBezTo>
                <a:lnTo>
                  <a:pt x="26132" y="1578762"/>
                </a:lnTo>
                <a:cubicBezTo>
                  <a:pt x="11700" y="1578762"/>
                  <a:pt x="0" y="1567062"/>
                  <a:pt x="0" y="1552630"/>
                </a:cubicBezTo>
                <a:lnTo>
                  <a:pt x="0" y="26132"/>
                </a:lnTo>
                <a:cubicBezTo>
                  <a:pt x="0" y="11700"/>
                  <a:pt x="11700" y="0"/>
                  <a:pt x="26132"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600">
                <a:solidFill>
                  <a:schemeClr val="tx1">
                    <a:lumMod val="65000"/>
                    <a:lumOff val="35000"/>
                  </a:schemeClr>
                </a:solidFill>
              </a:defRPr>
            </a:lvl1pPr>
          </a:lstStyle>
          <a:p>
            <a:endParaRPr lang="id-ID"/>
          </a:p>
        </p:txBody>
      </p:sp>
      <p:sp>
        <p:nvSpPr>
          <p:cNvPr id="6"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54259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75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ppt_x"/>
                                          </p:val>
                                        </p:tav>
                                        <p:tav tm="100000">
                                          <p:val>
                                            <p:strVal val="#ppt_x"/>
                                          </p:val>
                                        </p:tav>
                                      </p:tavLst>
                                    </p:anim>
                                    <p:anim calcmode="lin" valueType="num">
                                      <p:cBhvr additive="base">
                                        <p:cTn id="16"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6"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53082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6_Title and Conten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4068128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359313" y="3429000"/>
            <a:ext cx="2303884" cy="3429000"/>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8" name="Picture Placeholder 6"/>
          <p:cNvSpPr>
            <a:spLocks noGrp="1"/>
          </p:cNvSpPr>
          <p:nvPr>
            <p:ph type="pic" sz="quarter" idx="11"/>
          </p:nvPr>
        </p:nvSpPr>
        <p:spPr>
          <a:xfrm>
            <a:off x="8957149" y="0"/>
            <a:ext cx="2303884" cy="3429000"/>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9" name="Picture Placeholder 6"/>
          <p:cNvSpPr>
            <a:spLocks noGrp="1"/>
          </p:cNvSpPr>
          <p:nvPr>
            <p:ph type="pic" sz="quarter" idx="12"/>
          </p:nvPr>
        </p:nvSpPr>
        <p:spPr>
          <a:xfrm>
            <a:off x="7657780" y="1714500"/>
            <a:ext cx="2303884" cy="3429000"/>
          </a:xfrm>
          <a:prstGeom prst="rect">
            <a:avLst/>
          </a:prstGeom>
          <a:effectLst>
            <a:outerShdw blurRad="381000" algn="ctr" rotWithShape="0">
              <a:schemeClr val="bg1">
                <a:lumMod val="75000"/>
                <a:alpha val="40000"/>
              </a:schemeClr>
            </a:outerShdw>
          </a:effectLst>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26296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25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75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09538" y="1610014"/>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0" name="Picture Placeholder 8"/>
          <p:cNvSpPr>
            <a:spLocks noGrp="1"/>
          </p:cNvSpPr>
          <p:nvPr>
            <p:ph type="pic" sz="quarter" idx="11"/>
          </p:nvPr>
        </p:nvSpPr>
        <p:spPr>
          <a:xfrm>
            <a:off x="3128690" y="1610014"/>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1" name="Picture Placeholder 8"/>
          <p:cNvSpPr>
            <a:spLocks noGrp="1"/>
          </p:cNvSpPr>
          <p:nvPr>
            <p:ph type="pic" sz="quarter" idx="12"/>
          </p:nvPr>
        </p:nvSpPr>
        <p:spPr>
          <a:xfrm>
            <a:off x="6148482" y="1610014"/>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2" name="Picture Placeholder 8"/>
          <p:cNvSpPr>
            <a:spLocks noGrp="1"/>
          </p:cNvSpPr>
          <p:nvPr>
            <p:ph type="pic" sz="quarter" idx="13"/>
          </p:nvPr>
        </p:nvSpPr>
        <p:spPr>
          <a:xfrm>
            <a:off x="109538" y="4220208"/>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3" name="Picture Placeholder 8"/>
          <p:cNvSpPr>
            <a:spLocks noGrp="1"/>
          </p:cNvSpPr>
          <p:nvPr>
            <p:ph type="pic" sz="quarter" idx="14"/>
          </p:nvPr>
        </p:nvSpPr>
        <p:spPr>
          <a:xfrm>
            <a:off x="3128581" y="4220208"/>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
        <p:nvSpPr>
          <p:cNvPr id="14" name="Picture Placeholder 8"/>
          <p:cNvSpPr>
            <a:spLocks noGrp="1"/>
          </p:cNvSpPr>
          <p:nvPr>
            <p:ph type="pic" sz="quarter" idx="15"/>
          </p:nvPr>
        </p:nvSpPr>
        <p:spPr>
          <a:xfrm>
            <a:off x="9167921" y="4220208"/>
            <a:ext cx="2914650" cy="2523492"/>
          </a:xfrm>
          <a:prstGeom prst="rect">
            <a:avLst/>
          </a:prstGeom>
        </p:spPr>
        <p:txBody>
          <a:bodyPr/>
          <a:lstStyle>
            <a:lvl1pPr marL="0" indent="0">
              <a:buNone/>
              <a:defRPr sz="1400">
                <a:solidFill>
                  <a:schemeClr val="bg1">
                    <a:lumMod val="65000"/>
                  </a:schemeClr>
                </a:solidFill>
              </a:defRPr>
            </a:lvl1pPr>
          </a:lstStyle>
          <a:p>
            <a:endParaRPr lang="id-ID"/>
          </a:p>
        </p:txBody>
      </p:sp>
    </p:spTree>
    <p:extLst>
      <p:ext uri="{BB962C8B-B14F-4D97-AF65-F5344CB8AC3E}">
        <p14:creationId xmlns:p14="http://schemas.microsoft.com/office/powerpoint/2010/main" val="46469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5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250"/>
                                  </p:stCondLst>
                                  <p:endCondLst>
                                    <p:cond evt="begin" delay="0">
                                      <p:tn val="17"/>
                                    </p:cond>
                                  </p:end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ppt_x"/>
                                          </p:val>
                                        </p:tav>
                                        <p:tav tm="100000">
                                          <p:val>
                                            <p:strVal val="#ppt_x"/>
                                          </p:val>
                                        </p:tav>
                                      </p:tavLst>
                                    </p:anim>
                                    <p:anim calcmode="lin" valueType="num">
                                      <p:cBhvr additive="base">
                                        <p:cTn id="20" dur="75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1500"/>
                                  </p:stCondLst>
                                  <p:endCondLst>
                                    <p:cond evt="begin" delay="0">
                                      <p:tn val="21"/>
                                    </p:cond>
                                  </p:end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750" fill="hold"/>
                                        <p:tgtEl>
                                          <p:spTgt spid="13"/>
                                        </p:tgtEl>
                                        <p:attrNameLst>
                                          <p:attrName>ppt_x</p:attrName>
                                        </p:attrNameLst>
                                      </p:cBhvr>
                                      <p:tavLst>
                                        <p:tav tm="0">
                                          <p:val>
                                            <p:strVal val="#ppt_x"/>
                                          </p:val>
                                        </p:tav>
                                        <p:tav tm="100000">
                                          <p:val>
                                            <p:strVal val="#ppt_x"/>
                                          </p:val>
                                        </p:tav>
                                      </p:tavLst>
                                    </p:anim>
                                    <p:anim calcmode="lin" valueType="num">
                                      <p:cBhvr additive="base">
                                        <p:cTn id="24" dur="75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nodePh="1">
                                  <p:stCondLst>
                                    <p:cond delay="2000"/>
                                  </p:stCondLst>
                                  <p:endCondLst>
                                    <p:cond evt="begin" delay="0">
                                      <p:tn val="25"/>
                                    </p:cond>
                                  </p:end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750" fill="hold"/>
                                        <p:tgtEl>
                                          <p:spTgt spid="14"/>
                                        </p:tgtEl>
                                        <p:attrNameLst>
                                          <p:attrName>ppt_x</p:attrName>
                                        </p:attrNameLst>
                                      </p:cBhvr>
                                      <p:tavLst>
                                        <p:tav tm="0">
                                          <p:val>
                                            <p:strVal val="#ppt_x"/>
                                          </p:val>
                                        </p:tav>
                                        <p:tav tm="100000">
                                          <p:val>
                                            <p:strVal val="#ppt_x"/>
                                          </p:val>
                                        </p:tav>
                                      </p:tavLst>
                                    </p:anim>
                                    <p:anim calcmode="lin" valueType="num">
                                      <p:cBhvr additive="base">
                                        <p:cTn id="28"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9" name="Picture Placeholder 7"/>
          <p:cNvSpPr>
            <a:spLocks noGrp="1"/>
          </p:cNvSpPr>
          <p:nvPr>
            <p:ph type="pic" sz="quarter" idx="11"/>
          </p:nvPr>
        </p:nvSpPr>
        <p:spPr>
          <a:xfrm>
            <a:off x="3048000" y="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0" name="Picture Placeholder 7"/>
          <p:cNvSpPr>
            <a:spLocks noGrp="1"/>
          </p:cNvSpPr>
          <p:nvPr>
            <p:ph type="pic" sz="quarter" idx="12"/>
          </p:nvPr>
        </p:nvSpPr>
        <p:spPr>
          <a:xfrm>
            <a:off x="0" y="342900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1" name="Picture Placeholder 7"/>
          <p:cNvSpPr>
            <a:spLocks noGrp="1"/>
          </p:cNvSpPr>
          <p:nvPr>
            <p:ph type="pic" sz="quarter" idx="13"/>
          </p:nvPr>
        </p:nvSpPr>
        <p:spPr>
          <a:xfrm>
            <a:off x="3048000" y="3429000"/>
            <a:ext cx="3048000"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87963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50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75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ppt_x"/>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3" name="Picture Placeholder 22"/>
          <p:cNvSpPr>
            <a:spLocks noGrp="1"/>
          </p:cNvSpPr>
          <p:nvPr>
            <p:ph type="pic" sz="quarter" idx="12"/>
          </p:nvPr>
        </p:nvSpPr>
        <p:spPr>
          <a:xfrm>
            <a:off x="2139858" y="2249714"/>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4" name="Picture Placeholder 23"/>
          <p:cNvSpPr>
            <a:spLocks noGrp="1"/>
          </p:cNvSpPr>
          <p:nvPr>
            <p:ph type="pic" sz="quarter" idx="13"/>
          </p:nvPr>
        </p:nvSpPr>
        <p:spPr>
          <a:xfrm>
            <a:off x="2139858" y="4065596"/>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5" name="Picture Placeholder 24"/>
          <p:cNvSpPr>
            <a:spLocks noGrp="1"/>
          </p:cNvSpPr>
          <p:nvPr>
            <p:ph type="pic" sz="quarter" idx="14"/>
          </p:nvPr>
        </p:nvSpPr>
        <p:spPr>
          <a:xfrm>
            <a:off x="3051317"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6" name="Picture Placeholder 25"/>
          <p:cNvSpPr>
            <a:spLocks noGrp="1"/>
          </p:cNvSpPr>
          <p:nvPr>
            <p:ph type="pic" sz="quarter" idx="15"/>
          </p:nvPr>
        </p:nvSpPr>
        <p:spPr>
          <a:xfrm>
            <a:off x="1224812"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7" name="Picture Placeholder 26"/>
          <p:cNvSpPr>
            <a:spLocks noGrp="1"/>
          </p:cNvSpPr>
          <p:nvPr>
            <p:ph type="pic" sz="quarter" idx="16"/>
          </p:nvPr>
        </p:nvSpPr>
        <p:spPr>
          <a:xfrm>
            <a:off x="8379132" y="2249714"/>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8" name="Picture Placeholder 27"/>
          <p:cNvSpPr>
            <a:spLocks noGrp="1"/>
          </p:cNvSpPr>
          <p:nvPr>
            <p:ph type="pic" sz="quarter" idx="17"/>
          </p:nvPr>
        </p:nvSpPr>
        <p:spPr>
          <a:xfrm>
            <a:off x="8379132" y="4065596"/>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9" name="Picture Placeholder 28"/>
          <p:cNvSpPr>
            <a:spLocks noGrp="1"/>
          </p:cNvSpPr>
          <p:nvPr>
            <p:ph type="pic" sz="quarter" idx="18"/>
          </p:nvPr>
        </p:nvSpPr>
        <p:spPr>
          <a:xfrm>
            <a:off x="9290591"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30" name="Picture Placeholder 29"/>
          <p:cNvSpPr>
            <a:spLocks noGrp="1"/>
          </p:cNvSpPr>
          <p:nvPr>
            <p:ph type="pic" sz="quarter" idx="19"/>
          </p:nvPr>
        </p:nvSpPr>
        <p:spPr>
          <a:xfrm>
            <a:off x="7464086" y="3157655"/>
            <a:ext cx="1674804" cy="1674804"/>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22" name="Picture Placeholder 21"/>
          <p:cNvSpPr>
            <a:spLocks noGrp="1"/>
          </p:cNvSpPr>
          <p:nvPr>
            <p:ph type="pic" sz="quarter" idx="11"/>
          </p:nvPr>
        </p:nvSpPr>
        <p:spPr>
          <a:xfrm>
            <a:off x="3703134" y="1602191"/>
            <a:ext cx="4785732" cy="4785732"/>
          </a:xfrm>
          <a:custGeom>
            <a:avLst/>
            <a:gdLst>
              <a:gd name="connsiteX0" fmla="*/ 2392866 w 4785732"/>
              <a:gd name="connsiteY0" fmla="*/ 0 h 4785732"/>
              <a:gd name="connsiteX1" fmla="*/ 4785732 w 4785732"/>
              <a:gd name="connsiteY1" fmla="*/ 2392866 h 4785732"/>
              <a:gd name="connsiteX2" fmla="*/ 2392866 w 4785732"/>
              <a:gd name="connsiteY2" fmla="*/ 4785732 h 4785732"/>
              <a:gd name="connsiteX3" fmla="*/ 0 w 4785732"/>
              <a:gd name="connsiteY3" fmla="*/ 2392866 h 4785732"/>
            </a:gdLst>
            <a:ahLst/>
            <a:cxnLst>
              <a:cxn ang="0">
                <a:pos x="connsiteX0" y="connsiteY0"/>
              </a:cxn>
              <a:cxn ang="0">
                <a:pos x="connsiteX1" y="connsiteY1"/>
              </a:cxn>
              <a:cxn ang="0">
                <a:pos x="connsiteX2" y="connsiteY2"/>
              </a:cxn>
              <a:cxn ang="0">
                <a:pos x="connsiteX3" y="connsiteY3"/>
              </a:cxn>
            </a:cxnLst>
            <a:rect l="l" t="t" r="r" b="b"/>
            <a:pathLst>
              <a:path w="4785732" h="4785732">
                <a:moveTo>
                  <a:pt x="2392866" y="0"/>
                </a:moveTo>
                <a:lnTo>
                  <a:pt x="4785732" y="2392866"/>
                </a:lnTo>
                <a:lnTo>
                  <a:pt x="2392866" y="4785732"/>
                </a:lnTo>
                <a:lnTo>
                  <a:pt x="0" y="2392866"/>
                </a:lnTo>
                <a:close/>
              </a:path>
            </a:pathLst>
          </a:custGeom>
          <a:effectLst>
            <a:outerShdw blurRad="381000" algn="ctr" rotWithShape="0">
              <a:schemeClr val="bg1">
                <a:lumMod val="75000"/>
                <a:alpha val="40000"/>
              </a:schemeClr>
            </a:outerShdw>
          </a:effectLst>
        </p:spPr>
        <p:txBody>
          <a:bodyPr wrap="square">
            <a:noAutofit/>
          </a:bodyPr>
          <a:lstStyle>
            <a:lvl1pPr marL="0" indent="0">
              <a:buNone/>
              <a:defRPr sz="2000">
                <a:solidFill>
                  <a:schemeClr val="tx1">
                    <a:lumMod val="50000"/>
                    <a:lumOff val="50000"/>
                  </a:schemeClr>
                </a:solidFill>
              </a:defRPr>
            </a:lvl1pPr>
          </a:lstStyle>
          <a:p>
            <a:endParaRPr lang="id-ID"/>
          </a:p>
        </p:txBody>
      </p:sp>
      <p:sp>
        <p:nvSpPr>
          <p:cNvPr id="13"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136678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750" fill="hold"/>
                                        <p:tgtEl>
                                          <p:spTgt spid="22"/>
                                        </p:tgtEl>
                                        <p:attrNameLst>
                                          <p:attrName>ppt_x</p:attrName>
                                        </p:attrNameLst>
                                      </p:cBhvr>
                                      <p:tavLst>
                                        <p:tav tm="0">
                                          <p:val>
                                            <p:strVal val="#ppt_x"/>
                                          </p:val>
                                        </p:tav>
                                        <p:tav tm="100000">
                                          <p:val>
                                            <p:strVal val="#ppt_x"/>
                                          </p:val>
                                        </p:tav>
                                      </p:tavLst>
                                    </p:anim>
                                    <p:anim calcmode="lin" valueType="num">
                                      <p:cBhvr additive="base">
                                        <p:cTn id="12" dur="75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decel="100000" fill="hold" grpId="0" nodeType="withEffect" nodePh="1">
                                  <p:stCondLst>
                                    <p:cond delay="1000"/>
                                  </p:stCondLst>
                                  <p:endCondLst>
                                    <p:cond evt="begin" delay="0">
                                      <p:tn val="13"/>
                                    </p:cond>
                                  </p:end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750" fill="hold"/>
                                        <p:tgtEl>
                                          <p:spTgt spid="23"/>
                                        </p:tgtEl>
                                        <p:attrNameLst>
                                          <p:attrName>ppt_x</p:attrName>
                                        </p:attrNameLst>
                                      </p:cBhvr>
                                      <p:tavLst>
                                        <p:tav tm="0">
                                          <p:val>
                                            <p:strVal val="0-#ppt_w/2"/>
                                          </p:val>
                                        </p:tav>
                                        <p:tav tm="100000">
                                          <p:val>
                                            <p:strVal val="#ppt_x"/>
                                          </p:val>
                                        </p:tav>
                                      </p:tavLst>
                                    </p:anim>
                                    <p:anim calcmode="lin" valueType="num">
                                      <p:cBhvr additive="base">
                                        <p:cTn id="16" dur="75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750" fill="hold"/>
                                        <p:tgtEl>
                                          <p:spTgt spid="26"/>
                                        </p:tgtEl>
                                        <p:attrNameLst>
                                          <p:attrName>ppt_x</p:attrName>
                                        </p:attrNameLst>
                                      </p:cBhvr>
                                      <p:tavLst>
                                        <p:tav tm="0">
                                          <p:val>
                                            <p:strVal val="0-#ppt_w/2"/>
                                          </p:val>
                                        </p:tav>
                                        <p:tav tm="100000">
                                          <p:val>
                                            <p:strVal val="#ppt_x"/>
                                          </p:val>
                                        </p:tav>
                                      </p:tavLst>
                                    </p:anim>
                                    <p:anim calcmode="lin" valueType="num">
                                      <p:cBhvr additive="base">
                                        <p:cTn id="20" dur="750" fill="hold"/>
                                        <p:tgtEl>
                                          <p:spTgt spid="26"/>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nodePh="1">
                                  <p:stCondLst>
                                    <p:cond delay="1000"/>
                                  </p:stCondLst>
                                  <p:endCondLst>
                                    <p:cond evt="begin" delay="0">
                                      <p:tn val="21"/>
                                    </p:cond>
                                  </p:end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750" fill="hold"/>
                                        <p:tgtEl>
                                          <p:spTgt spid="24"/>
                                        </p:tgtEl>
                                        <p:attrNameLst>
                                          <p:attrName>ppt_x</p:attrName>
                                        </p:attrNameLst>
                                      </p:cBhvr>
                                      <p:tavLst>
                                        <p:tav tm="0">
                                          <p:val>
                                            <p:strVal val="0-#ppt_w/2"/>
                                          </p:val>
                                        </p:tav>
                                        <p:tav tm="100000">
                                          <p:val>
                                            <p:strVal val="#ppt_x"/>
                                          </p:val>
                                        </p:tav>
                                      </p:tavLst>
                                    </p:anim>
                                    <p:anim calcmode="lin" valueType="num">
                                      <p:cBhvr additive="base">
                                        <p:cTn id="24" dur="750" fill="hold"/>
                                        <p:tgtEl>
                                          <p:spTgt spid="24"/>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750"/>
                                  </p:stCondLst>
                                  <p:endCondLst>
                                    <p:cond evt="begin" delay="0">
                                      <p:tn val="25"/>
                                    </p:cond>
                                  </p:end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750" fill="hold"/>
                                        <p:tgtEl>
                                          <p:spTgt spid="25"/>
                                        </p:tgtEl>
                                        <p:attrNameLst>
                                          <p:attrName>ppt_x</p:attrName>
                                        </p:attrNameLst>
                                      </p:cBhvr>
                                      <p:tavLst>
                                        <p:tav tm="0">
                                          <p:val>
                                            <p:strVal val="0-#ppt_w/2"/>
                                          </p:val>
                                        </p:tav>
                                        <p:tav tm="100000">
                                          <p:val>
                                            <p:strVal val="#ppt_x"/>
                                          </p:val>
                                        </p:tav>
                                      </p:tavLst>
                                    </p:anim>
                                    <p:anim calcmode="lin" valueType="num">
                                      <p:cBhvr additive="base">
                                        <p:cTn id="28" dur="750" fill="hold"/>
                                        <p:tgtEl>
                                          <p:spTgt spid="25"/>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nodePh="1">
                                  <p:stCondLst>
                                    <p:cond delay="1000"/>
                                  </p:stCondLst>
                                  <p:endCondLst>
                                    <p:cond evt="begin" delay="0">
                                      <p:tn val="29"/>
                                    </p:cond>
                                  </p:end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750" fill="hold"/>
                                        <p:tgtEl>
                                          <p:spTgt spid="27"/>
                                        </p:tgtEl>
                                        <p:attrNameLst>
                                          <p:attrName>ppt_x</p:attrName>
                                        </p:attrNameLst>
                                      </p:cBhvr>
                                      <p:tavLst>
                                        <p:tav tm="0">
                                          <p:val>
                                            <p:strVal val="1+#ppt_w/2"/>
                                          </p:val>
                                        </p:tav>
                                        <p:tav tm="100000">
                                          <p:val>
                                            <p:strVal val="#ppt_x"/>
                                          </p:val>
                                        </p:tav>
                                      </p:tavLst>
                                    </p:anim>
                                    <p:anim calcmode="lin" valueType="num">
                                      <p:cBhvr additive="base">
                                        <p:cTn id="32" dur="750" fill="hold"/>
                                        <p:tgtEl>
                                          <p:spTgt spid="27"/>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nodePh="1">
                                  <p:stCondLst>
                                    <p:cond delay="750"/>
                                  </p:stCondLst>
                                  <p:endCondLst>
                                    <p:cond evt="begin" delay="0">
                                      <p:tn val="33"/>
                                    </p:cond>
                                  </p:end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750" fill="hold"/>
                                        <p:tgtEl>
                                          <p:spTgt spid="30"/>
                                        </p:tgtEl>
                                        <p:attrNameLst>
                                          <p:attrName>ppt_x</p:attrName>
                                        </p:attrNameLst>
                                      </p:cBhvr>
                                      <p:tavLst>
                                        <p:tav tm="0">
                                          <p:val>
                                            <p:strVal val="1+#ppt_w/2"/>
                                          </p:val>
                                        </p:tav>
                                        <p:tav tm="100000">
                                          <p:val>
                                            <p:strVal val="#ppt_x"/>
                                          </p:val>
                                        </p:tav>
                                      </p:tavLst>
                                    </p:anim>
                                    <p:anim calcmode="lin" valueType="num">
                                      <p:cBhvr additive="base">
                                        <p:cTn id="36" dur="750" fill="hold"/>
                                        <p:tgtEl>
                                          <p:spTgt spid="3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000"/>
                                  </p:stCondLst>
                                  <p:endCondLst>
                                    <p:cond evt="begin" delay="0">
                                      <p:tn val="37"/>
                                    </p:cond>
                                  </p:end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750" fill="hold"/>
                                        <p:tgtEl>
                                          <p:spTgt spid="28"/>
                                        </p:tgtEl>
                                        <p:attrNameLst>
                                          <p:attrName>ppt_x</p:attrName>
                                        </p:attrNameLst>
                                      </p:cBhvr>
                                      <p:tavLst>
                                        <p:tav tm="0">
                                          <p:val>
                                            <p:strVal val="1+#ppt_w/2"/>
                                          </p:val>
                                        </p:tav>
                                        <p:tav tm="100000">
                                          <p:val>
                                            <p:strVal val="#ppt_x"/>
                                          </p:val>
                                        </p:tav>
                                      </p:tavLst>
                                    </p:anim>
                                    <p:anim calcmode="lin" valueType="num">
                                      <p:cBhvr additive="base">
                                        <p:cTn id="40" dur="750" fill="hold"/>
                                        <p:tgtEl>
                                          <p:spTgt spid="28"/>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nodePh="1">
                                  <p:stCondLst>
                                    <p:cond delay="1250"/>
                                  </p:stCondLst>
                                  <p:endCondLst>
                                    <p:cond evt="begin" delay="0">
                                      <p:tn val="41"/>
                                    </p:cond>
                                  </p:end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750" fill="hold"/>
                                        <p:tgtEl>
                                          <p:spTgt spid="29"/>
                                        </p:tgtEl>
                                        <p:attrNameLst>
                                          <p:attrName>ppt_x</p:attrName>
                                        </p:attrNameLst>
                                      </p:cBhvr>
                                      <p:tavLst>
                                        <p:tav tm="0">
                                          <p:val>
                                            <p:strVal val="1+#ppt_w/2"/>
                                          </p:val>
                                        </p:tav>
                                        <p:tav tm="100000">
                                          <p:val>
                                            <p:strVal val="#ppt_x"/>
                                          </p:val>
                                        </p:tav>
                                      </p:tavLst>
                                    </p:anim>
                                    <p:anim calcmode="lin" valueType="num">
                                      <p:cBhvr additive="base">
                                        <p:cTn id="44" dur="75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22" grpId="0"/>
      <p:bldP spid="13"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30175" y="134938"/>
            <a:ext cx="5951538" cy="3827462"/>
          </a:xfrm>
          <a:prstGeom prst="rect">
            <a:avLst/>
          </a:prstGeom>
        </p:spPr>
        <p:txBody>
          <a:bodyPr/>
          <a:lstStyle>
            <a:lvl1pPr marL="0" indent="0">
              <a:buNone/>
              <a:defRPr>
                <a:solidFill>
                  <a:schemeClr val="tx1">
                    <a:lumMod val="65000"/>
                    <a:lumOff val="35000"/>
                  </a:schemeClr>
                </a:solidFill>
              </a:defRPr>
            </a:lvl1pPr>
          </a:lstStyle>
          <a:p>
            <a:endParaRPr lang="id-ID"/>
          </a:p>
        </p:txBody>
      </p:sp>
      <p:sp>
        <p:nvSpPr>
          <p:cNvPr id="8" name="Picture Placeholder 7"/>
          <p:cNvSpPr>
            <a:spLocks noGrp="1"/>
          </p:cNvSpPr>
          <p:nvPr>
            <p:ph type="pic" sz="quarter" idx="11"/>
          </p:nvPr>
        </p:nvSpPr>
        <p:spPr>
          <a:xfrm>
            <a:off x="6197600" y="134938"/>
            <a:ext cx="2867025" cy="3827462"/>
          </a:xfrm>
          <a:prstGeom prst="rect">
            <a:avLst/>
          </a:prstGeom>
        </p:spPr>
        <p:txBody>
          <a:bodyPr/>
          <a:lstStyle>
            <a:lvl1pPr marL="0" indent="0">
              <a:buNone/>
              <a:defRPr>
                <a:solidFill>
                  <a:schemeClr val="tx1">
                    <a:lumMod val="65000"/>
                    <a:lumOff val="35000"/>
                  </a:schemeClr>
                </a:solidFill>
              </a:defRPr>
            </a:lvl1pPr>
          </a:lstStyle>
          <a:p>
            <a:endParaRPr lang="id-ID"/>
          </a:p>
        </p:txBody>
      </p:sp>
      <p:sp>
        <p:nvSpPr>
          <p:cNvPr id="9" name="Picture Placeholder 7"/>
          <p:cNvSpPr>
            <a:spLocks noGrp="1"/>
          </p:cNvSpPr>
          <p:nvPr>
            <p:ph type="pic" sz="quarter" idx="12"/>
          </p:nvPr>
        </p:nvSpPr>
        <p:spPr>
          <a:xfrm>
            <a:off x="9180512" y="134938"/>
            <a:ext cx="2867025" cy="6588804"/>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125742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00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660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5973762" y="0"/>
            <a:ext cx="11947525" cy="6858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648290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6218237" y="0"/>
            <a:ext cx="11947525" cy="6858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76569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0" y="0"/>
            <a:ext cx="4572000" cy="3429000"/>
          </a:xfrm>
          <a:prstGeom prst="rect">
            <a:avLst/>
          </a:prstGeom>
        </p:spPr>
        <p:txBody>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83150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1+#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5" name="Picture Placeholder 14"/>
          <p:cNvSpPr>
            <a:spLocks noGrp="1"/>
          </p:cNvSpPr>
          <p:nvPr>
            <p:ph type="pic" sz="quarter" idx="11"/>
          </p:nvPr>
        </p:nvSpPr>
        <p:spPr>
          <a:xfrm>
            <a:off x="978808" y="2071038"/>
            <a:ext cx="2598057" cy="3657600"/>
          </a:xfrm>
          <a:custGeom>
            <a:avLst/>
            <a:gdLst>
              <a:gd name="connsiteX0" fmla="*/ 41127 w 2598057"/>
              <a:gd name="connsiteY0" fmla="*/ 0 h 3657600"/>
              <a:gd name="connsiteX1" fmla="*/ 2556930 w 2598057"/>
              <a:gd name="connsiteY1" fmla="*/ 0 h 3657600"/>
              <a:gd name="connsiteX2" fmla="*/ 2598057 w 2598057"/>
              <a:gd name="connsiteY2" fmla="*/ 41127 h 3657600"/>
              <a:gd name="connsiteX3" fmla="*/ 2598057 w 2598057"/>
              <a:gd name="connsiteY3" fmla="*/ 3616473 h 3657600"/>
              <a:gd name="connsiteX4" fmla="*/ 2556930 w 2598057"/>
              <a:gd name="connsiteY4" fmla="*/ 3657600 h 3657600"/>
              <a:gd name="connsiteX5" fmla="*/ 41127 w 2598057"/>
              <a:gd name="connsiteY5" fmla="*/ 3657600 h 3657600"/>
              <a:gd name="connsiteX6" fmla="*/ 0 w 2598057"/>
              <a:gd name="connsiteY6" fmla="*/ 3616473 h 3657600"/>
              <a:gd name="connsiteX7" fmla="*/ 0 w 2598057"/>
              <a:gd name="connsiteY7" fmla="*/ 41127 h 3657600"/>
              <a:gd name="connsiteX8" fmla="*/ 41127 w 2598057"/>
              <a:gd name="connsiteY8"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8057" h="3657600">
                <a:moveTo>
                  <a:pt x="41127" y="0"/>
                </a:moveTo>
                <a:lnTo>
                  <a:pt x="2556930" y="0"/>
                </a:lnTo>
                <a:cubicBezTo>
                  <a:pt x="2579644" y="0"/>
                  <a:pt x="2598057" y="18413"/>
                  <a:pt x="2598057" y="41127"/>
                </a:cubicBezTo>
                <a:lnTo>
                  <a:pt x="2598057" y="3616473"/>
                </a:lnTo>
                <a:cubicBezTo>
                  <a:pt x="2598057" y="3639187"/>
                  <a:pt x="2579644" y="3657600"/>
                  <a:pt x="2556930" y="3657600"/>
                </a:cubicBezTo>
                <a:lnTo>
                  <a:pt x="41127" y="3657600"/>
                </a:lnTo>
                <a:cubicBezTo>
                  <a:pt x="18413" y="3657600"/>
                  <a:pt x="0" y="3639187"/>
                  <a:pt x="0" y="3616473"/>
                </a:cubicBezTo>
                <a:lnTo>
                  <a:pt x="0" y="41127"/>
                </a:lnTo>
                <a:cubicBezTo>
                  <a:pt x="0" y="18413"/>
                  <a:pt x="18413" y="0"/>
                  <a:pt x="41127" y="0"/>
                </a:cubicBezTo>
                <a:close/>
              </a:path>
            </a:pathLst>
          </a:custGeom>
        </p:spPr>
        <p:txBody>
          <a:bodyPr wrap="square">
            <a:noAutofit/>
          </a:bodyPr>
          <a:lstStyle>
            <a:lvl1pPr marL="0" indent="0">
              <a:buNone/>
              <a:defRPr sz="2000">
                <a:solidFill>
                  <a:schemeClr val="tx1">
                    <a:lumMod val="50000"/>
                    <a:lumOff val="50000"/>
                  </a:schemeClr>
                </a:solidFill>
              </a:defRPr>
            </a:lvl1pPr>
          </a:lstStyle>
          <a:p>
            <a:endParaRPr lang="id-ID"/>
          </a:p>
        </p:txBody>
      </p:sp>
      <p:sp>
        <p:nvSpPr>
          <p:cNvPr id="16" name="Picture Placeholder 15"/>
          <p:cNvSpPr>
            <a:spLocks noGrp="1"/>
          </p:cNvSpPr>
          <p:nvPr>
            <p:ph type="pic" sz="quarter" idx="12"/>
          </p:nvPr>
        </p:nvSpPr>
        <p:spPr>
          <a:xfrm>
            <a:off x="6287407" y="2071038"/>
            <a:ext cx="2598057" cy="3657600"/>
          </a:xfrm>
          <a:custGeom>
            <a:avLst/>
            <a:gdLst>
              <a:gd name="connsiteX0" fmla="*/ 41127 w 2598057"/>
              <a:gd name="connsiteY0" fmla="*/ 0 h 3657600"/>
              <a:gd name="connsiteX1" fmla="*/ 2556930 w 2598057"/>
              <a:gd name="connsiteY1" fmla="*/ 0 h 3657600"/>
              <a:gd name="connsiteX2" fmla="*/ 2598057 w 2598057"/>
              <a:gd name="connsiteY2" fmla="*/ 41127 h 3657600"/>
              <a:gd name="connsiteX3" fmla="*/ 2598057 w 2598057"/>
              <a:gd name="connsiteY3" fmla="*/ 3616473 h 3657600"/>
              <a:gd name="connsiteX4" fmla="*/ 2556930 w 2598057"/>
              <a:gd name="connsiteY4" fmla="*/ 3657600 h 3657600"/>
              <a:gd name="connsiteX5" fmla="*/ 41127 w 2598057"/>
              <a:gd name="connsiteY5" fmla="*/ 3657600 h 3657600"/>
              <a:gd name="connsiteX6" fmla="*/ 0 w 2598057"/>
              <a:gd name="connsiteY6" fmla="*/ 3616473 h 3657600"/>
              <a:gd name="connsiteX7" fmla="*/ 0 w 2598057"/>
              <a:gd name="connsiteY7" fmla="*/ 41127 h 3657600"/>
              <a:gd name="connsiteX8" fmla="*/ 41127 w 2598057"/>
              <a:gd name="connsiteY8"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8057" h="3657600">
                <a:moveTo>
                  <a:pt x="41127" y="0"/>
                </a:moveTo>
                <a:lnTo>
                  <a:pt x="2556930" y="0"/>
                </a:lnTo>
                <a:cubicBezTo>
                  <a:pt x="2579644" y="0"/>
                  <a:pt x="2598057" y="18413"/>
                  <a:pt x="2598057" y="41127"/>
                </a:cubicBezTo>
                <a:lnTo>
                  <a:pt x="2598057" y="3616473"/>
                </a:lnTo>
                <a:cubicBezTo>
                  <a:pt x="2598057" y="3639187"/>
                  <a:pt x="2579644" y="3657600"/>
                  <a:pt x="2556930" y="3657600"/>
                </a:cubicBezTo>
                <a:lnTo>
                  <a:pt x="41127" y="3657600"/>
                </a:lnTo>
                <a:cubicBezTo>
                  <a:pt x="18413" y="3657600"/>
                  <a:pt x="0" y="3639187"/>
                  <a:pt x="0" y="3616473"/>
                </a:cubicBezTo>
                <a:lnTo>
                  <a:pt x="0" y="41127"/>
                </a:lnTo>
                <a:cubicBezTo>
                  <a:pt x="0" y="18413"/>
                  <a:pt x="18413" y="0"/>
                  <a:pt x="41127" y="0"/>
                </a:cubicBezTo>
                <a:close/>
              </a:path>
            </a:pathLst>
          </a:custGeom>
        </p:spPr>
        <p:txBody>
          <a:bodyPr wrap="square">
            <a:noAutofit/>
          </a:bodyPr>
          <a:lstStyle>
            <a:lvl1pPr marL="0" indent="0">
              <a:buNone/>
              <a:defRPr sz="2000">
                <a:solidFill>
                  <a:schemeClr val="tx1">
                    <a:lumMod val="50000"/>
                    <a:lumOff val="50000"/>
                  </a:schemeClr>
                </a:solidFill>
              </a:defRPr>
            </a:lvl1pPr>
          </a:lstStyle>
          <a:p>
            <a:endParaRPr lang="id-ID"/>
          </a:p>
        </p:txBody>
      </p:sp>
      <p:sp>
        <p:nvSpPr>
          <p:cNvPr id="6"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76718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750" fill="hold"/>
                                        <p:tgtEl>
                                          <p:spTgt spid="15"/>
                                        </p:tgtEl>
                                        <p:attrNameLst>
                                          <p:attrName>ppt_x</p:attrName>
                                        </p:attrNameLst>
                                      </p:cBhvr>
                                      <p:tavLst>
                                        <p:tav tm="0">
                                          <p:val>
                                            <p:strVal val="#ppt_x"/>
                                          </p:val>
                                        </p:tav>
                                        <p:tav tm="100000">
                                          <p:val>
                                            <p:strVal val="#ppt_x"/>
                                          </p:val>
                                        </p:tav>
                                      </p:tavLst>
                                    </p:anim>
                                    <p:anim calcmode="lin" valueType="num">
                                      <p:cBhvr additive="base">
                                        <p:cTn id="12" dur="75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25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750" fill="hold"/>
                                        <p:tgtEl>
                                          <p:spTgt spid="16"/>
                                        </p:tgtEl>
                                        <p:attrNameLst>
                                          <p:attrName>ppt_x</p:attrName>
                                        </p:attrNameLst>
                                      </p:cBhvr>
                                      <p:tavLst>
                                        <p:tav tm="0">
                                          <p:val>
                                            <p:strVal val="#ppt_x"/>
                                          </p:val>
                                        </p:tav>
                                        <p:tav tm="100000">
                                          <p:val>
                                            <p:strVal val="#ppt_x"/>
                                          </p:val>
                                        </p:tav>
                                      </p:tavLst>
                                    </p:anim>
                                    <p:anim calcmode="lin" valueType="num">
                                      <p:cBhvr additive="base">
                                        <p:cTn id="16" dur="75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6"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0" name="Picture Placeholder 9"/>
          <p:cNvSpPr>
            <a:spLocks noGrp="1"/>
          </p:cNvSpPr>
          <p:nvPr>
            <p:ph type="pic" sz="quarter" idx="12"/>
          </p:nvPr>
        </p:nvSpPr>
        <p:spPr>
          <a:xfrm>
            <a:off x="4727972" y="1886858"/>
            <a:ext cx="2736056" cy="2989943"/>
          </a:xfrm>
          <a:custGeom>
            <a:avLst/>
            <a:gdLst>
              <a:gd name="connsiteX0" fmla="*/ 17511 w 2736056"/>
              <a:gd name="connsiteY0" fmla="*/ 0 h 2989943"/>
              <a:gd name="connsiteX1" fmla="*/ 2718545 w 2736056"/>
              <a:gd name="connsiteY1" fmla="*/ 0 h 2989943"/>
              <a:gd name="connsiteX2" fmla="*/ 2736056 w 2736056"/>
              <a:gd name="connsiteY2" fmla="*/ 17511 h 2989943"/>
              <a:gd name="connsiteX3" fmla="*/ 2736056 w 2736056"/>
              <a:gd name="connsiteY3" fmla="*/ 2972432 h 2989943"/>
              <a:gd name="connsiteX4" fmla="*/ 2718545 w 2736056"/>
              <a:gd name="connsiteY4" fmla="*/ 2989943 h 2989943"/>
              <a:gd name="connsiteX5" fmla="*/ 17511 w 2736056"/>
              <a:gd name="connsiteY5" fmla="*/ 2989943 h 2989943"/>
              <a:gd name="connsiteX6" fmla="*/ 0 w 2736056"/>
              <a:gd name="connsiteY6" fmla="*/ 2972432 h 2989943"/>
              <a:gd name="connsiteX7" fmla="*/ 0 w 2736056"/>
              <a:gd name="connsiteY7" fmla="*/ 17511 h 2989943"/>
              <a:gd name="connsiteX8" fmla="*/ 17511 w 2736056"/>
              <a:gd name="connsiteY8" fmla="*/ 0 h 298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056" h="2989943">
                <a:moveTo>
                  <a:pt x="17511" y="0"/>
                </a:moveTo>
                <a:lnTo>
                  <a:pt x="2718545" y="0"/>
                </a:lnTo>
                <a:cubicBezTo>
                  <a:pt x="2728216" y="0"/>
                  <a:pt x="2736056" y="7840"/>
                  <a:pt x="2736056" y="17511"/>
                </a:cubicBezTo>
                <a:lnTo>
                  <a:pt x="2736056" y="2972432"/>
                </a:lnTo>
                <a:cubicBezTo>
                  <a:pt x="2736056" y="2982103"/>
                  <a:pt x="2728216" y="2989943"/>
                  <a:pt x="2718545" y="2989943"/>
                </a:cubicBezTo>
                <a:lnTo>
                  <a:pt x="17511" y="2989943"/>
                </a:lnTo>
                <a:cubicBezTo>
                  <a:pt x="7840" y="2989943"/>
                  <a:pt x="0" y="2982103"/>
                  <a:pt x="0" y="2972432"/>
                </a:cubicBezTo>
                <a:lnTo>
                  <a:pt x="0" y="17511"/>
                </a:lnTo>
                <a:cubicBezTo>
                  <a:pt x="0" y="7840"/>
                  <a:pt x="7840" y="0"/>
                  <a:pt x="17511" y="0"/>
                </a:cubicBez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1" name="Picture Placeholder 10"/>
          <p:cNvSpPr>
            <a:spLocks noGrp="1"/>
          </p:cNvSpPr>
          <p:nvPr>
            <p:ph type="pic" sz="quarter" idx="13"/>
          </p:nvPr>
        </p:nvSpPr>
        <p:spPr>
          <a:xfrm>
            <a:off x="8187531" y="1886858"/>
            <a:ext cx="2736056" cy="2989943"/>
          </a:xfrm>
          <a:custGeom>
            <a:avLst/>
            <a:gdLst>
              <a:gd name="connsiteX0" fmla="*/ 17511 w 2736056"/>
              <a:gd name="connsiteY0" fmla="*/ 0 h 2989943"/>
              <a:gd name="connsiteX1" fmla="*/ 2718545 w 2736056"/>
              <a:gd name="connsiteY1" fmla="*/ 0 h 2989943"/>
              <a:gd name="connsiteX2" fmla="*/ 2736056 w 2736056"/>
              <a:gd name="connsiteY2" fmla="*/ 17511 h 2989943"/>
              <a:gd name="connsiteX3" fmla="*/ 2736056 w 2736056"/>
              <a:gd name="connsiteY3" fmla="*/ 2972432 h 2989943"/>
              <a:gd name="connsiteX4" fmla="*/ 2718545 w 2736056"/>
              <a:gd name="connsiteY4" fmla="*/ 2989943 h 2989943"/>
              <a:gd name="connsiteX5" fmla="*/ 17511 w 2736056"/>
              <a:gd name="connsiteY5" fmla="*/ 2989943 h 2989943"/>
              <a:gd name="connsiteX6" fmla="*/ 0 w 2736056"/>
              <a:gd name="connsiteY6" fmla="*/ 2972432 h 2989943"/>
              <a:gd name="connsiteX7" fmla="*/ 0 w 2736056"/>
              <a:gd name="connsiteY7" fmla="*/ 17511 h 2989943"/>
              <a:gd name="connsiteX8" fmla="*/ 17511 w 2736056"/>
              <a:gd name="connsiteY8" fmla="*/ 0 h 298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056" h="2989943">
                <a:moveTo>
                  <a:pt x="17511" y="0"/>
                </a:moveTo>
                <a:lnTo>
                  <a:pt x="2718545" y="0"/>
                </a:lnTo>
                <a:cubicBezTo>
                  <a:pt x="2728216" y="0"/>
                  <a:pt x="2736056" y="7840"/>
                  <a:pt x="2736056" y="17511"/>
                </a:cubicBezTo>
                <a:lnTo>
                  <a:pt x="2736056" y="2972432"/>
                </a:lnTo>
                <a:cubicBezTo>
                  <a:pt x="2736056" y="2982103"/>
                  <a:pt x="2728216" y="2989943"/>
                  <a:pt x="2718545" y="2989943"/>
                </a:cubicBezTo>
                <a:lnTo>
                  <a:pt x="17511" y="2989943"/>
                </a:lnTo>
                <a:cubicBezTo>
                  <a:pt x="7840" y="2989943"/>
                  <a:pt x="0" y="2982103"/>
                  <a:pt x="0" y="2972432"/>
                </a:cubicBezTo>
                <a:lnTo>
                  <a:pt x="0" y="17511"/>
                </a:lnTo>
                <a:cubicBezTo>
                  <a:pt x="0" y="7840"/>
                  <a:pt x="7840" y="0"/>
                  <a:pt x="17511" y="0"/>
                </a:cubicBez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9" name="Picture Placeholder 8"/>
          <p:cNvSpPr>
            <a:spLocks noGrp="1"/>
          </p:cNvSpPr>
          <p:nvPr>
            <p:ph type="pic" sz="quarter" idx="11"/>
          </p:nvPr>
        </p:nvSpPr>
        <p:spPr>
          <a:xfrm>
            <a:off x="1268413" y="1886858"/>
            <a:ext cx="2736056" cy="2989943"/>
          </a:xfrm>
          <a:custGeom>
            <a:avLst/>
            <a:gdLst>
              <a:gd name="connsiteX0" fmla="*/ 17511 w 2736056"/>
              <a:gd name="connsiteY0" fmla="*/ 0 h 2989943"/>
              <a:gd name="connsiteX1" fmla="*/ 2718545 w 2736056"/>
              <a:gd name="connsiteY1" fmla="*/ 0 h 2989943"/>
              <a:gd name="connsiteX2" fmla="*/ 2736056 w 2736056"/>
              <a:gd name="connsiteY2" fmla="*/ 17511 h 2989943"/>
              <a:gd name="connsiteX3" fmla="*/ 2736056 w 2736056"/>
              <a:gd name="connsiteY3" fmla="*/ 2972432 h 2989943"/>
              <a:gd name="connsiteX4" fmla="*/ 2718545 w 2736056"/>
              <a:gd name="connsiteY4" fmla="*/ 2989943 h 2989943"/>
              <a:gd name="connsiteX5" fmla="*/ 17511 w 2736056"/>
              <a:gd name="connsiteY5" fmla="*/ 2989943 h 2989943"/>
              <a:gd name="connsiteX6" fmla="*/ 0 w 2736056"/>
              <a:gd name="connsiteY6" fmla="*/ 2972432 h 2989943"/>
              <a:gd name="connsiteX7" fmla="*/ 0 w 2736056"/>
              <a:gd name="connsiteY7" fmla="*/ 17511 h 2989943"/>
              <a:gd name="connsiteX8" fmla="*/ 17511 w 2736056"/>
              <a:gd name="connsiteY8" fmla="*/ 0 h 298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056" h="2989943">
                <a:moveTo>
                  <a:pt x="17511" y="0"/>
                </a:moveTo>
                <a:lnTo>
                  <a:pt x="2718545" y="0"/>
                </a:lnTo>
                <a:cubicBezTo>
                  <a:pt x="2728216" y="0"/>
                  <a:pt x="2736056" y="7840"/>
                  <a:pt x="2736056" y="17511"/>
                </a:cubicBezTo>
                <a:lnTo>
                  <a:pt x="2736056" y="2972432"/>
                </a:lnTo>
                <a:cubicBezTo>
                  <a:pt x="2736056" y="2982103"/>
                  <a:pt x="2728216" y="2989943"/>
                  <a:pt x="2718545" y="2989943"/>
                </a:cubicBezTo>
                <a:lnTo>
                  <a:pt x="17511" y="2989943"/>
                </a:lnTo>
                <a:cubicBezTo>
                  <a:pt x="7840" y="2989943"/>
                  <a:pt x="0" y="2982103"/>
                  <a:pt x="0" y="2972432"/>
                </a:cubicBezTo>
                <a:lnTo>
                  <a:pt x="0" y="17511"/>
                </a:lnTo>
                <a:cubicBezTo>
                  <a:pt x="0" y="7840"/>
                  <a:pt x="7840" y="0"/>
                  <a:pt x="17511" y="0"/>
                </a:cubicBez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7"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9073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00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ppt_x"/>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9" grpId="0"/>
      <p:bldP spid="7"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6000750"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176304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947988" y="0"/>
            <a:ext cx="2947987"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9678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5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7" name="Picture Placeholder 5"/>
          <p:cNvSpPr>
            <a:spLocks noGrp="1"/>
          </p:cNvSpPr>
          <p:nvPr>
            <p:ph type="pic" sz="quarter" idx="11"/>
          </p:nvPr>
        </p:nvSpPr>
        <p:spPr>
          <a:xfrm>
            <a:off x="8696293" y="-985"/>
            <a:ext cx="2607582" cy="3343275"/>
          </a:xfrm>
          <a:prstGeom prst="rect">
            <a:avLst/>
          </a:prstGeom>
        </p:spPr>
        <p:txBody>
          <a:bodyPr/>
          <a:lstStyle>
            <a:lvl1pPr marL="0" indent="0">
              <a:buNone/>
              <a:defRPr sz="2000">
                <a:solidFill>
                  <a:schemeClr val="tx1">
                    <a:lumMod val="50000"/>
                    <a:lumOff val="50000"/>
                  </a:schemeClr>
                </a:solidFill>
              </a:defRPr>
            </a:lvl1pPr>
          </a:lstStyle>
          <a:p>
            <a:endParaRPr lang="id-ID"/>
          </a:p>
        </p:txBody>
      </p:sp>
      <p:sp>
        <p:nvSpPr>
          <p:cNvPr id="8" name="Picture Placeholder 5"/>
          <p:cNvSpPr>
            <a:spLocks noGrp="1"/>
          </p:cNvSpPr>
          <p:nvPr>
            <p:ph type="pic" sz="quarter" idx="12"/>
          </p:nvPr>
        </p:nvSpPr>
        <p:spPr>
          <a:xfrm>
            <a:off x="8696293" y="3515710"/>
            <a:ext cx="2607582" cy="3343275"/>
          </a:xfrm>
          <a:prstGeom prst="rect">
            <a:avLst/>
          </a:prstGeom>
        </p:spPr>
        <p:txBody>
          <a:bodyPr/>
          <a:lstStyle>
            <a:lvl1pPr marL="0" indent="0">
              <a:buNone/>
              <a:defRPr sz="2000">
                <a:solidFill>
                  <a:schemeClr val="tx1">
                    <a:lumMod val="50000"/>
                    <a:lumOff val="50000"/>
                  </a:schemeClr>
                </a:solidFill>
              </a:defRPr>
            </a:lvl1pPr>
          </a:lstStyle>
          <a:p>
            <a:endParaRPr lang="id-ID"/>
          </a:p>
        </p:txBody>
      </p:sp>
      <p:sp>
        <p:nvSpPr>
          <p:cNvPr id="6" name="Picture Placeholder 5"/>
          <p:cNvSpPr>
            <a:spLocks noGrp="1"/>
          </p:cNvSpPr>
          <p:nvPr>
            <p:ph type="pic" sz="quarter" idx="10"/>
          </p:nvPr>
        </p:nvSpPr>
        <p:spPr>
          <a:xfrm>
            <a:off x="7286171" y="1757363"/>
            <a:ext cx="2607582" cy="3343275"/>
          </a:xfrm>
          <a:prstGeom prst="rect">
            <a:avLst/>
          </a:prstGeom>
          <a:effectLst>
            <a:outerShdw blurRad="381000" algn="ctr" rotWithShape="0">
              <a:schemeClr val="bg1">
                <a:lumMod val="7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61708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25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75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283075" y="781050"/>
            <a:ext cx="3625850" cy="5295900"/>
          </a:xfrm>
          <a:prstGeom prst="rect">
            <a:avLst/>
          </a:prstGeom>
          <a:effectLst>
            <a:outerShdw blurRad="381000" algn="ctr" rotWithShape="0">
              <a:schemeClr val="bg1">
                <a:lumMod val="50000"/>
                <a:alpha val="40000"/>
              </a:schemeClr>
            </a:outerShdw>
          </a:effectLst>
        </p:spPr>
        <p:txBody>
          <a:bodyPr/>
          <a:lstStyle/>
          <a:p>
            <a:endParaRPr lang="id-ID"/>
          </a:p>
        </p:txBody>
      </p:sp>
    </p:spTree>
    <p:extLst>
      <p:ext uri="{BB962C8B-B14F-4D97-AF65-F5344CB8AC3E}">
        <p14:creationId xmlns:p14="http://schemas.microsoft.com/office/powerpoint/2010/main" val="98964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25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and Content">
    <p:bg>
      <p:bgPr>
        <a:solidFill>
          <a:srgbClr val="F8F8F8"/>
        </a:solidFill>
        <a:effectLst/>
      </p:bgPr>
    </p:bg>
    <p:spTree>
      <p:nvGrpSpPr>
        <p:cNvPr id="1" name=""/>
        <p:cNvGrpSpPr/>
        <p:nvPr/>
      </p:nvGrpSpPr>
      <p:grpSpPr>
        <a:xfrm>
          <a:off x="0" y="0"/>
          <a:ext cx="0" cy="0"/>
          <a:chOff x="0" y="0"/>
          <a:chExt cx="0" cy="0"/>
        </a:xfrm>
      </p:grpSpPr>
      <p:sp>
        <p:nvSpPr>
          <p:cNvPr id="13" name="Picture Placeholder 12"/>
          <p:cNvSpPr>
            <a:spLocks noGrp="1"/>
          </p:cNvSpPr>
          <p:nvPr>
            <p:ph type="pic" sz="quarter" idx="13"/>
          </p:nvPr>
        </p:nvSpPr>
        <p:spPr>
          <a:xfrm>
            <a:off x="8394926" y="4882469"/>
            <a:ext cx="496662" cy="496662"/>
          </a:xfrm>
          <a:custGeom>
            <a:avLst/>
            <a:gdLst>
              <a:gd name="connsiteX0" fmla="*/ 312057 w 624114"/>
              <a:gd name="connsiteY0" fmla="*/ 0 h 624114"/>
              <a:gd name="connsiteX1" fmla="*/ 624114 w 624114"/>
              <a:gd name="connsiteY1" fmla="*/ 312057 h 624114"/>
              <a:gd name="connsiteX2" fmla="*/ 312057 w 624114"/>
              <a:gd name="connsiteY2" fmla="*/ 624114 h 624114"/>
              <a:gd name="connsiteX3" fmla="*/ 0 w 624114"/>
              <a:gd name="connsiteY3" fmla="*/ 312057 h 624114"/>
              <a:gd name="connsiteX4" fmla="*/ 312057 w 624114"/>
              <a:gd name="connsiteY4" fmla="*/ 0 h 624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114" h="624114">
                <a:moveTo>
                  <a:pt x="312057" y="0"/>
                </a:moveTo>
                <a:cubicBezTo>
                  <a:pt x="484401" y="0"/>
                  <a:pt x="624114" y="139713"/>
                  <a:pt x="624114" y="312057"/>
                </a:cubicBezTo>
                <a:cubicBezTo>
                  <a:pt x="624114" y="484401"/>
                  <a:pt x="484401" y="624114"/>
                  <a:pt x="312057" y="624114"/>
                </a:cubicBezTo>
                <a:cubicBezTo>
                  <a:pt x="139713" y="624114"/>
                  <a:pt x="0" y="484401"/>
                  <a:pt x="0" y="312057"/>
                </a:cubicBezTo>
                <a:cubicBezTo>
                  <a:pt x="0" y="139713"/>
                  <a:pt x="139713" y="0"/>
                  <a:pt x="312057" y="0"/>
                </a:cubicBezTo>
                <a:close/>
              </a:path>
            </a:pathLst>
          </a:custGeom>
          <a:effectLst>
            <a:outerShdw blurRad="127000" algn="ctr" rotWithShape="0">
              <a:schemeClr val="tx1">
                <a:lumMod val="75000"/>
                <a:lumOff val="25000"/>
                <a:alpha val="40000"/>
              </a:schemeClr>
            </a:outerShdw>
          </a:effectLst>
        </p:spPr>
        <p:txBody>
          <a:bodyPr wrap="square">
            <a:noAutofit/>
          </a:bodyPr>
          <a:lstStyle>
            <a:lvl1pPr marL="0" indent="0">
              <a:buNone/>
              <a:defRPr sz="1100">
                <a:solidFill>
                  <a:schemeClr val="tx1">
                    <a:lumMod val="50000"/>
                    <a:lumOff val="50000"/>
                  </a:schemeClr>
                </a:solidFill>
              </a:defRPr>
            </a:lvl1pPr>
          </a:lstStyle>
          <a:p>
            <a:endParaRPr lang="id-ID"/>
          </a:p>
        </p:txBody>
      </p:sp>
      <p:sp>
        <p:nvSpPr>
          <p:cNvPr id="8" name="Picture Placeholder 7"/>
          <p:cNvSpPr>
            <a:spLocks noGrp="1"/>
          </p:cNvSpPr>
          <p:nvPr>
            <p:ph type="pic" sz="quarter" idx="11"/>
          </p:nvPr>
        </p:nvSpPr>
        <p:spPr>
          <a:xfrm>
            <a:off x="1384300" y="2065338"/>
            <a:ext cx="2733675" cy="1998662"/>
          </a:xfrm>
          <a:prstGeom prst="rect">
            <a:avLst/>
          </a:prstGeom>
        </p:spPr>
        <p:txBody>
          <a:bodyPr/>
          <a:lstStyle>
            <a:lvl1pPr marL="0" indent="0">
              <a:buNone/>
              <a:defRPr sz="2000"/>
            </a:lvl1pPr>
          </a:lstStyle>
          <a:p>
            <a:endParaRPr lang="id-ID"/>
          </a:p>
        </p:txBody>
      </p:sp>
      <p:sp>
        <p:nvSpPr>
          <p:cNvPr id="9" name="Picture Placeholder 7"/>
          <p:cNvSpPr>
            <a:spLocks noGrp="1"/>
          </p:cNvSpPr>
          <p:nvPr>
            <p:ph type="pic" sz="quarter" idx="12"/>
          </p:nvPr>
        </p:nvSpPr>
        <p:spPr>
          <a:xfrm>
            <a:off x="4728505" y="2065338"/>
            <a:ext cx="2733675" cy="1998662"/>
          </a:xfrm>
          <a:prstGeom prst="rect">
            <a:avLst/>
          </a:prstGeom>
        </p:spPr>
        <p:txBody>
          <a:bodyPr/>
          <a:lstStyle>
            <a:lvl1pPr marL="0" indent="0">
              <a:buNone/>
              <a:defRPr sz="2000"/>
            </a:lvl1pPr>
          </a:lstStyle>
          <a:p>
            <a:endParaRPr lang="id-ID"/>
          </a:p>
        </p:txBody>
      </p:sp>
      <p:sp>
        <p:nvSpPr>
          <p:cNvPr id="7"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378429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00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par>
                                <p:cTn id="17" presetID="53" presetClass="entr" presetSubtype="16" fill="hold" grpId="0" nodeType="withEffect" nodePh="1">
                                  <p:stCondLst>
                                    <p:cond delay="4500"/>
                                  </p:stCondLst>
                                  <p:endCondLst>
                                    <p:cond evt="begin" delay="0">
                                      <p:tn val="17"/>
                                    </p:cond>
                                  </p:end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p:bldP spid="9" grpId="0"/>
      <p:bldP spid="7"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71438" y="2438400"/>
            <a:ext cx="2965450" cy="3600450"/>
          </a:xfrm>
          <a:prstGeom prst="rect">
            <a:avLst/>
          </a:prstGeom>
        </p:spPr>
        <p:txBody>
          <a:bodyPr/>
          <a:lstStyle>
            <a:lvl1pPr marL="0" indent="0">
              <a:buNone/>
              <a:defRPr/>
            </a:lvl1pPr>
          </a:lstStyle>
          <a:p>
            <a:endParaRPr lang="id-ID"/>
          </a:p>
        </p:txBody>
      </p:sp>
      <p:sp>
        <p:nvSpPr>
          <p:cNvPr id="15" name="Picture Placeholder 13"/>
          <p:cNvSpPr>
            <a:spLocks noGrp="1"/>
          </p:cNvSpPr>
          <p:nvPr>
            <p:ph type="pic" sz="quarter" idx="12"/>
          </p:nvPr>
        </p:nvSpPr>
        <p:spPr>
          <a:xfrm>
            <a:off x="3098262" y="2438400"/>
            <a:ext cx="2965450" cy="3600450"/>
          </a:xfrm>
          <a:prstGeom prst="rect">
            <a:avLst/>
          </a:prstGeom>
        </p:spPr>
        <p:txBody>
          <a:bodyPr/>
          <a:lstStyle>
            <a:lvl1pPr marL="0" indent="0">
              <a:buNone/>
              <a:defRPr/>
            </a:lvl1pPr>
          </a:lstStyle>
          <a:p>
            <a:endParaRPr lang="id-ID"/>
          </a:p>
        </p:txBody>
      </p:sp>
      <p:sp>
        <p:nvSpPr>
          <p:cNvPr id="16" name="Picture Placeholder 13"/>
          <p:cNvSpPr>
            <a:spLocks noGrp="1"/>
          </p:cNvSpPr>
          <p:nvPr>
            <p:ph type="pic" sz="quarter" idx="13"/>
          </p:nvPr>
        </p:nvSpPr>
        <p:spPr>
          <a:xfrm>
            <a:off x="6127658" y="2438400"/>
            <a:ext cx="2965450" cy="3600450"/>
          </a:xfrm>
          <a:prstGeom prst="rect">
            <a:avLst/>
          </a:prstGeom>
        </p:spPr>
        <p:txBody>
          <a:bodyPr/>
          <a:lstStyle>
            <a:lvl1pPr marL="0" indent="0">
              <a:buNone/>
              <a:defRPr/>
            </a:lvl1pPr>
          </a:lstStyle>
          <a:p>
            <a:endParaRPr lang="id-ID"/>
          </a:p>
        </p:txBody>
      </p:sp>
      <p:sp>
        <p:nvSpPr>
          <p:cNvPr id="17" name="Picture Placeholder 13"/>
          <p:cNvSpPr>
            <a:spLocks noGrp="1"/>
          </p:cNvSpPr>
          <p:nvPr>
            <p:ph type="pic" sz="quarter" idx="14"/>
          </p:nvPr>
        </p:nvSpPr>
        <p:spPr>
          <a:xfrm>
            <a:off x="9154482" y="2438400"/>
            <a:ext cx="2965450" cy="3600450"/>
          </a:xfrm>
          <a:prstGeom prst="rect">
            <a:avLst/>
          </a:prstGeom>
        </p:spPr>
        <p:txBody>
          <a:bodyPr/>
          <a:lstStyle>
            <a:lvl1pPr marL="0" indent="0">
              <a:buNone/>
              <a:defRPr/>
            </a:lvl1pPr>
          </a:lstStyle>
          <a:p>
            <a:endParaRPr lang="id-ID"/>
          </a:p>
        </p:txBody>
      </p:sp>
      <p:sp>
        <p:nvSpPr>
          <p:cNvPr id="8"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26909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000"/>
                                  </p:stCondLst>
                                  <p:endCondLst>
                                    <p:cond evt="begin" delay="0">
                                      <p:tn val="13"/>
                                    </p:cond>
                                  </p:end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750" fill="hold"/>
                                        <p:tgtEl>
                                          <p:spTgt spid="15"/>
                                        </p:tgtEl>
                                        <p:attrNameLst>
                                          <p:attrName>ppt_x</p:attrName>
                                        </p:attrNameLst>
                                      </p:cBhvr>
                                      <p:tavLst>
                                        <p:tav tm="0">
                                          <p:val>
                                            <p:strVal val="#ppt_x"/>
                                          </p:val>
                                        </p:tav>
                                        <p:tav tm="100000">
                                          <p:val>
                                            <p:strVal val="#ppt_x"/>
                                          </p:val>
                                        </p:tav>
                                      </p:tavLst>
                                    </p:anim>
                                    <p:anim calcmode="lin" valueType="num">
                                      <p:cBhvr additive="base">
                                        <p:cTn id="16" dur="75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25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750" fill="hold"/>
                                        <p:tgtEl>
                                          <p:spTgt spid="16"/>
                                        </p:tgtEl>
                                        <p:attrNameLst>
                                          <p:attrName>ppt_x</p:attrName>
                                        </p:attrNameLst>
                                      </p:cBhvr>
                                      <p:tavLst>
                                        <p:tav tm="0">
                                          <p:val>
                                            <p:strVal val="#ppt_x"/>
                                          </p:val>
                                        </p:tav>
                                        <p:tav tm="100000">
                                          <p:val>
                                            <p:strVal val="#ppt_x"/>
                                          </p:val>
                                        </p:tav>
                                      </p:tavLst>
                                    </p:anim>
                                    <p:anim calcmode="lin" valueType="num">
                                      <p:cBhvr additive="base">
                                        <p:cTn id="20" dur="75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1500"/>
                                  </p:stCondLst>
                                  <p:endCondLst>
                                    <p:cond evt="begin" delay="0">
                                      <p:tn val="21"/>
                                    </p:cond>
                                  </p:end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750" fill="hold"/>
                                        <p:tgtEl>
                                          <p:spTgt spid="17"/>
                                        </p:tgtEl>
                                        <p:attrNameLst>
                                          <p:attrName>ppt_x</p:attrName>
                                        </p:attrNameLst>
                                      </p:cBhvr>
                                      <p:tavLst>
                                        <p:tav tm="0">
                                          <p:val>
                                            <p:strVal val="#ppt_x"/>
                                          </p:val>
                                        </p:tav>
                                        <p:tav tm="100000">
                                          <p:val>
                                            <p:strVal val="#ppt_x"/>
                                          </p:val>
                                        </p:tav>
                                      </p:tavLst>
                                    </p:anim>
                                    <p:anim calcmode="lin" valueType="num">
                                      <p:cBhvr additive="base">
                                        <p:cTn id="24"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8"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dirty="0"/>
          </a:p>
        </p:txBody>
      </p:sp>
      <p:sp>
        <p:nvSpPr>
          <p:cNvPr id="4"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184605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55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dirty="0"/>
          </a:p>
        </p:txBody>
      </p:sp>
      <p:sp>
        <p:nvSpPr>
          <p:cNvPr id="4"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51546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ppt_x"/>
                          </p:val>
                        </p:tav>
                        <p:tav tm="100000">
                          <p:val>
                            <p:strVal val="#ppt_x"/>
                          </p:val>
                        </p:tav>
                      </p:tavLst>
                    </p:anim>
                    <p:anim calcmode="lin" valueType="num">
                      <p:cBhvr additive="base">
                        <p:cTn dur="50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53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a:p>
        </p:txBody>
      </p:sp>
    </p:spTree>
    <p:extLst>
      <p:ext uri="{BB962C8B-B14F-4D97-AF65-F5344CB8AC3E}">
        <p14:creationId xmlns:p14="http://schemas.microsoft.com/office/powerpoint/2010/main" val="60631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8765135" y="520262"/>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
        <p:nvSpPr>
          <p:cNvPr id="10" name="Picture Placeholder 9"/>
          <p:cNvSpPr>
            <a:spLocks noGrp="1"/>
          </p:cNvSpPr>
          <p:nvPr>
            <p:ph type="pic" sz="quarter" idx="12"/>
          </p:nvPr>
        </p:nvSpPr>
        <p:spPr>
          <a:xfrm>
            <a:off x="5856397" y="3429000"/>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
        <p:nvSpPr>
          <p:cNvPr id="11" name="Picture Placeholder 10"/>
          <p:cNvSpPr>
            <a:spLocks noGrp="1"/>
          </p:cNvSpPr>
          <p:nvPr>
            <p:ph type="pic" sz="quarter" idx="13"/>
          </p:nvPr>
        </p:nvSpPr>
        <p:spPr>
          <a:xfrm>
            <a:off x="8765135" y="3429000"/>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
        <p:nvSpPr>
          <p:cNvPr id="8" name="Picture Placeholder 7"/>
          <p:cNvSpPr>
            <a:spLocks noGrp="1"/>
          </p:cNvSpPr>
          <p:nvPr>
            <p:ph type="pic" sz="quarter" idx="10"/>
          </p:nvPr>
        </p:nvSpPr>
        <p:spPr>
          <a:xfrm>
            <a:off x="5856397" y="520262"/>
            <a:ext cx="2908738" cy="2908738"/>
          </a:xfrm>
          <a:custGeom>
            <a:avLst/>
            <a:gdLst>
              <a:gd name="connsiteX0" fmla="*/ 1454369 w 2908738"/>
              <a:gd name="connsiteY0" fmla="*/ 0 h 2908738"/>
              <a:gd name="connsiteX1" fmla="*/ 2908738 w 2908738"/>
              <a:gd name="connsiteY1" fmla="*/ 1454369 h 2908738"/>
              <a:gd name="connsiteX2" fmla="*/ 1454369 w 2908738"/>
              <a:gd name="connsiteY2" fmla="*/ 2908738 h 2908738"/>
              <a:gd name="connsiteX3" fmla="*/ 0 w 2908738"/>
              <a:gd name="connsiteY3" fmla="*/ 1454369 h 2908738"/>
            </a:gdLst>
            <a:ahLst/>
            <a:cxnLst>
              <a:cxn ang="0">
                <a:pos x="connsiteX0" y="connsiteY0"/>
              </a:cxn>
              <a:cxn ang="0">
                <a:pos x="connsiteX1" y="connsiteY1"/>
              </a:cxn>
              <a:cxn ang="0">
                <a:pos x="connsiteX2" y="connsiteY2"/>
              </a:cxn>
              <a:cxn ang="0">
                <a:pos x="connsiteX3" y="connsiteY3"/>
              </a:cxn>
            </a:cxnLst>
            <a:rect l="l" t="t" r="r" b="b"/>
            <a:pathLst>
              <a:path w="2908738" h="2908738">
                <a:moveTo>
                  <a:pt x="1454369" y="0"/>
                </a:moveTo>
                <a:lnTo>
                  <a:pt x="2908738" y="1454369"/>
                </a:lnTo>
                <a:lnTo>
                  <a:pt x="1454369" y="2908738"/>
                </a:lnTo>
                <a:lnTo>
                  <a:pt x="0" y="1454369"/>
                </a:lnTo>
                <a:close/>
              </a:path>
            </a:pathLst>
          </a:custGeom>
        </p:spPr>
        <p:txBody>
          <a:bodyPr wrap="square">
            <a:noAutofit/>
          </a:bodyPr>
          <a:lstStyle>
            <a:lvl1pPr marL="0" indent="0">
              <a:buNone/>
              <a:defRPr/>
            </a:lvl1pPr>
          </a:lstStyle>
          <a:p>
            <a:endParaRPr lang="id-ID"/>
          </a:p>
        </p:txBody>
      </p:sp>
    </p:spTree>
    <p:extLst>
      <p:ext uri="{BB962C8B-B14F-4D97-AF65-F5344CB8AC3E}">
        <p14:creationId xmlns:p14="http://schemas.microsoft.com/office/powerpoint/2010/main" val="294018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75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000"/>
                                  </p:stCondLst>
                                  <p:endCondLst>
                                    <p:cond evt="begin" delay="0">
                                      <p:tn val="9"/>
                                    </p:cond>
                                  </p:end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25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50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ppt_x"/>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8"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1006475" y="3121025"/>
            <a:ext cx="2679700" cy="3736975"/>
          </a:xfrm>
          <a:prstGeom prst="rect">
            <a:avLst/>
          </a:prstGeom>
        </p:spPr>
        <p:txBody>
          <a:bodyPr/>
          <a:lstStyle>
            <a:lvl1pPr marL="0" indent="0">
              <a:buNone/>
              <a:defRPr/>
            </a:lvl1pPr>
          </a:lstStyle>
          <a:p>
            <a:endParaRPr lang="id-ID"/>
          </a:p>
        </p:txBody>
      </p:sp>
      <p:sp>
        <p:nvSpPr>
          <p:cNvPr id="13" name="Picture Placeholder 11"/>
          <p:cNvSpPr>
            <a:spLocks noGrp="1"/>
          </p:cNvSpPr>
          <p:nvPr>
            <p:ph type="pic" sz="quarter" idx="11"/>
          </p:nvPr>
        </p:nvSpPr>
        <p:spPr>
          <a:xfrm>
            <a:off x="4755355" y="-547"/>
            <a:ext cx="2679700" cy="3736975"/>
          </a:xfrm>
          <a:prstGeom prst="rect">
            <a:avLst/>
          </a:prstGeom>
        </p:spPr>
        <p:txBody>
          <a:bodyPr/>
          <a:lstStyle>
            <a:lvl1pPr marL="0" indent="0">
              <a:buNone/>
              <a:defRPr/>
            </a:lvl1pPr>
          </a:lstStyle>
          <a:p>
            <a:endParaRPr lang="id-ID"/>
          </a:p>
        </p:txBody>
      </p:sp>
      <p:sp>
        <p:nvSpPr>
          <p:cNvPr id="14" name="Picture Placeholder 11"/>
          <p:cNvSpPr>
            <a:spLocks noGrp="1"/>
          </p:cNvSpPr>
          <p:nvPr>
            <p:ph type="pic" sz="quarter" idx="12"/>
          </p:nvPr>
        </p:nvSpPr>
        <p:spPr>
          <a:xfrm>
            <a:off x="8505688" y="1560513"/>
            <a:ext cx="2679700" cy="3736975"/>
          </a:xfrm>
          <a:prstGeom prst="rect">
            <a:avLst/>
          </a:prstGeom>
        </p:spPr>
        <p:txBody>
          <a:bodyPr/>
          <a:lstStyle>
            <a:lvl1pPr marL="0" indent="0">
              <a:buNone/>
              <a:defRPr/>
            </a:lvl1pPr>
          </a:lstStyle>
          <a:p>
            <a:endParaRPr lang="id-ID"/>
          </a:p>
        </p:txBody>
      </p:sp>
    </p:spTree>
    <p:extLst>
      <p:ext uri="{BB962C8B-B14F-4D97-AF65-F5344CB8AC3E}">
        <p14:creationId xmlns:p14="http://schemas.microsoft.com/office/powerpoint/2010/main" val="91592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75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1" decel="100000" fill="hold" grpId="0" nodeType="withEffect" nodePh="1">
                                  <p:stCondLst>
                                    <p:cond delay="100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nodePh="1">
                                  <p:stCondLst>
                                    <p:cond delay="125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ppt_x"/>
                                          </p:val>
                                        </p:tav>
                                        <p:tav tm="100000">
                                          <p:val>
                                            <p:strVal val="#ppt_x"/>
                                          </p:val>
                                        </p:tav>
                                      </p:tavLst>
                                    </p:anim>
                                    <p:anim calcmode="lin" valueType="num">
                                      <p:cBhvr additive="base">
                                        <p:cTn id="16"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17" name="Picture Placeholder 16"/>
          <p:cNvSpPr>
            <a:spLocks noGrp="1"/>
          </p:cNvSpPr>
          <p:nvPr>
            <p:ph type="pic" sz="quarter" idx="12"/>
          </p:nvPr>
        </p:nvSpPr>
        <p:spPr>
          <a:xfrm>
            <a:off x="6224675" y="1885951"/>
            <a:ext cx="4852900" cy="3409949"/>
          </a:xfrm>
          <a:custGeom>
            <a:avLst/>
            <a:gdLst>
              <a:gd name="connsiteX0" fmla="*/ 8764 w 4852900"/>
              <a:gd name="connsiteY0" fmla="*/ 0 h 3409949"/>
              <a:gd name="connsiteX1" fmla="*/ 4844136 w 4852900"/>
              <a:gd name="connsiteY1" fmla="*/ 0 h 3409949"/>
              <a:gd name="connsiteX2" fmla="*/ 4852900 w 4852900"/>
              <a:gd name="connsiteY2" fmla="*/ 8764 h 3409949"/>
              <a:gd name="connsiteX3" fmla="*/ 4852900 w 4852900"/>
              <a:gd name="connsiteY3" fmla="*/ 3401185 h 3409949"/>
              <a:gd name="connsiteX4" fmla="*/ 4844136 w 4852900"/>
              <a:gd name="connsiteY4" fmla="*/ 3409949 h 3409949"/>
              <a:gd name="connsiteX5" fmla="*/ 8764 w 4852900"/>
              <a:gd name="connsiteY5" fmla="*/ 3409949 h 3409949"/>
              <a:gd name="connsiteX6" fmla="*/ 0 w 4852900"/>
              <a:gd name="connsiteY6" fmla="*/ 3401185 h 3409949"/>
              <a:gd name="connsiteX7" fmla="*/ 0 w 4852900"/>
              <a:gd name="connsiteY7" fmla="*/ 8764 h 3409949"/>
              <a:gd name="connsiteX8" fmla="*/ 8764 w 4852900"/>
              <a:gd name="connsiteY8" fmla="*/ 0 h 340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2900" h="3409949">
                <a:moveTo>
                  <a:pt x="8764" y="0"/>
                </a:moveTo>
                <a:lnTo>
                  <a:pt x="4844136" y="0"/>
                </a:lnTo>
                <a:cubicBezTo>
                  <a:pt x="4848976" y="0"/>
                  <a:pt x="4852900" y="3924"/>
                  <a:pt x="4852900" y="8764"/>
                </a:cubicBezTo>
                <a:lnTo>
                  <a:pt x="4852900" y="3401185"/>
                </a:lnTo>
                <a:cubicBezTo>
                  <a:pt x="4852900" y="3406025"/>
                  <a:pt x="4848976" y="3409949"/>
                  <a:pt x="4844136" y="3409949"/>
                </a:cubicBezTo>
                <a:lnTo>
                  <a:pt x="8764" y="3409949"/>
                </a:lnTo>
                <a:cubicBezTo>
                  <a:pt x="3924" y="3409949"/>
                  <a:pt x="0" y="3406025"/>
                  <a:pt x="0" y="3401185"/>
                </a:cubicBezTo>
                <a:lnTo>
                  <a:pt x="0" y="8764"/>
                </a:lnTo>
                <a:cubicBezTo>
                  <a:pt x="0" y="3924"/>
                  <a:pt x="3924" y="0"/>
                  <a:pt x="8764" y="0"/>
                </a:cubicBezTo>
                <a:close/>
              </a:path>
            </a:pathLst>
          </a:custGeom>
        </p:spPr>
        <p:txBody>
          <a:bodyPr wrap="square">
            <a:noAutofit/>
          </a:bodyPr>
          <a:lstStyle>
            <a:lvl1pPr marL="0" indent="0">
              <a:buNone/>
              <a:defRPr sz="2000"/>
            </a:lvl1pPr>
          </a:lstStyle>
          <a:p>
            <a:endParaRPr lang="id-ID"/>
          </a:p>
        </p:txBody>
      </p:sp>
      <p:sp>
        <p:nvSpPr>
          <p:cNvPr id="16" name="Picture Placeholder 15"/>
          <p:cNvSpPr>
            <a:spLocks noGrp="1"/>
          </p:cNvSpPr>
          <p:nvPr>
            <p:ph type="pic" sz="quarter" idx="11"/>
          </p:nvPr>
        </p:nvSpPr>
        <p:spPr>
          <a:xfrm>
            <a:off x="1114425" y="1885951"/>
            <a:ext cx="4852900" cy="3409949"/>
          </a:xfrm>
          <a:custGeom>
            <a:avLst/>
            <a:gdLst>
              <a:gd name="connsiteX0" fmla="*/ 8764 w 4852900"/>
              <a:gd name="connsiteY0" fmla="*/ 0 h 3409949"/>
              <a:gd name="connsiteX1" fmla="*/ 4844136 w 4852900"/>
              <a:gd name="connsiteY1" fmla="*/ 0 h 3409949"/>
              <a:gd name="connsiteX2" fmla="*/ 4852900 w 4852900"/>
              <a:gd name="connsiteY2" fmla="*/ 8764 h 3409949"/>
              <a:gd name="connsiteX3" fmla="*/ 4852900 w 4852900"/>
              <a:gd name="connsiteY3" fmla="*/ 3401185 h 3409949"/>
              <a:gd name="connsiteX4" fmla="*/ 4844136 w 4852900"/>
              <a:gd name="connsiteY4" fmla="*/ 3409949 h 3409949"/>
              <a:gd name="connsiteX5" fmla="*/ 8764 w 4852900"/>
              <a:gd name="connsiteY5" fmla="*/ 3409949 h 3409949"/>
              <a:gd name="connsiteX6" fmla="*/ 0 w 4852900"/>
              <a:gd name="connsiteY6" fmla="*/ 3401185 h 3409949"/>
              <a:gd name="connsiteX7" fmla="*/ 0 w 4852900"/>
              <a:gd name="connsiteY7" fmla="*/ 8764 h 3409949"/>
              <a:gd name="connsiteX8" fmla="*/ 8764 w 4852900"/>
              <a:gd name="connsiteY8" fmla="*/ 0 h 340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2900" h="3409949">
                <a:moveTo>
                  <a:pt x="8764" y="0"/>
                </a:moveTo>
                <a:lnTo>
                  <a:pt x="4844136" y="0"/>
                </a:lnTo>
                <a:cubicBezTo>
                  <a:pt x="4848976" y="0"/>
                  <a:pt x="4852900" y="3924"/>
                  <a:pt x="4852900" y="8764"/>
                </a:cubicBezTo>
                <a:lnTo>
                  <a:pt x="4852900" y="3401185"/>
                </a:lnTo>
                <a:cubicBezTo>
                  <a:pt x="4852900" y="3406025"/>
                  <a:pt x="4848976" y="3409949"/>
                  <a:pt x="4844136" y="3409949"/>
                </a:cubicBezTo>
                <a:lnTo>
                  <a:pt x="8764" y="3409949"/>
                </a:lnTo>
                <a:cubicBezTo>
                  <a:pt x="3924" y="3409949"/>
                  <a:pt x="0" y="3406025"/>
                  <a:pt x="0" y="3401185"/>
                </a:cubicBezTo>
                <a:lnTo>
                  <a:pt x="0" y="8764"/>
                </a:lnTo>
                <a:cubicBezTo>
                  <a:pt x="0" y="3924"/>
                  <a:pt x="3924" y="0"/>
                  <a:pt x="8764" y="0"/>
                </a:cubicBezTo>
                <a:close/>
              </a:path>
            </a:pathLst>
          </a:custGeom>
        </p:spPr>
        <p:txBody>
          <a:bodyPr wrap="square">
            <a:noAutofit/>
          </a:bodyPr>
          <a:lstStyle>
            <a:lvl1pPr marL="0" indent="0">
              <a:buNone/>
              <a:defRPr sz="2000"/>
            </a:lvl1pPr>
          </a:lstStyle>
          <a:p>
            <a:endParaRPr lang="id-ID"/>
          </a:p>
        </p:txBody>
      </p:sp>
      <p:sp>
        <p:nvSpPr>
          <p:cNvPr id="6"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267602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750" fill="hold"/>
                                        <p:tgtEl>
                                          <p:spTgt spid="16"/>
                                        </p:tgtEl>
                                        <p:attrNameLst>
                                          <p:attrName>ppt_x</p:attrName>
                                        </p:attrNameLst>
                                      </p:cBhvr>
                                      <p:tavLst>
                                        <p:tav tm="0">
                                          <p:val>
                                            <p:strVal val="#ppt_x"/>
                                          </p:val>
                                        </p:tav>
                                        <p:tav tm="100000">
                                          <p:val>
                                            <p:strVal val="#ppt_x"/>
                                          </p:val>
                                        </p:tav>
                                      </p:tavLst>
                                    </p:anim>
                                    <p:anim calcmode="lin" valueType="num">
                                      <p:cBhvr additive="base">
                                        <p:cTn id="12" dur="75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750" fill="hold"/>
                                        <p:tgtEl>
                                          <p:spTgt spid="17"/>
                                        </p:tgtEl>
                                        <p:attrNameLst>
                                          <p:attrName>ppt_x</p:attrName>
                                        </p:attrNameLst>
                                      </p:cBhvr>
                                      <p:tavLst>
                                        <p:tav tm="0">
                                          <p:val>
                                            <p:strVal val="#ppt_x"/>
                                          </p:val>
                                        </p:tav>
                                        <p:tav tm="100000">
                                          <p:val>
                                            <p:strVal val="#ppt_x"/>
                                          </p:val>
                                        </p:tav>
                                      </p:tavLst>
                                    </p:anim>
                                    <p:anim calcmode="lin" valueType="num">
                                      <p:cBhvr additive="base">
                                        <p:cTn id="16"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6" grpId="0"/>
      <p:bldP spid="6"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0 w 12192000"/>
              <a:gd name="connsiteY2" fmla="*/ 6858000 h 6858000"/>
            </a:gdLst>
            <a:ahLst/>
            <a:cxnLst>
              <a:cxn ang="0">
                <a:pos x="connsiteX0" y="connsiteY0"/>
              </a:cxn>
              <a:cxn ang="0">
                <a:pos x="connsiteX1" y="connsiteY1"/>
              </a:cxn>
              <a:cxn ang="0">
                <a:pos x="connsiteX2" y="connsiteY2"/>
              </a:cxn>
            </a:cxnLst>
            <a:rect l="l" t="t" r="r" b="b"/>
            <a:pathLst>
              <a:path w="12192000" h="6858000">
                <a:moveTo>
                  <a:pt x="0" y="0"/>
                </a:moveTo>
                <a:lnTo>
                  <a:pt x="12192000" y="0"/>
                </a:lnTo>
                <a:lnTo>
                  <a:pt x="0" y="6858000"/>
                </a:lnTo>
                <a:close/>
              </a:path>
            </a:pathLst>
          </a:custGeom>
        </p:spPr>
        <p:txBody>
          <a:bodyPr wrap="square">
            <a:noAutofit/>
          </a:bodyPr>
          <a:lstStyle>
            <a:lvl1pPr marL="0" indent="0">
              <a:buNone/>
              <a:defRPr/>
            </a:lvl1pPr>
          </a:lstStyle>
          <a:p>
            <a:endParaRPr lang="id-ID"/>
          </a:p>
        </p:txBody>
      </p:sp>
    </p:spTree>
    <p:extLst>
      <p:ext uri="{BB962C8B-B14F-4D97-AF65-F5344CB8AC3E}">
        <p14:creationId xmlns:p14="http://schemas.microsoft.com/office/powerpoint/2010/main" val="189972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20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0-#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custGeom>
            <a:avLst/>
            <a:gdLst>
              <a:gd name="connsiteX0" fmla="*/ 12192000 w 12192000"/>
              <a:gd name="connsiteY0" fmla="*/ 0 h 6858000"/>
              <a:gd name="connsiteX1" fmla="*/ 12192000 w 12192000"/>
              <a:gd name="connsiteY1" fmla="*/ 6858000 h 6858000"/>
              <a:gd name="connsiteX2" fmla="*/ 0 w 12192000"/>
              <a:gd name="connsiteY2" fmla="*/ 6858000 h 6858000"/>
            </a:gdLst>
            <a:ahLst/>
            <a:cxnLst>
              <a:cxn ang="0">
                <a:pos x="connsiteX0" y="connsiteY0"/>
              </a:cxn>
              <a:cxn ang="0">
                <a:pos x="connsiteX1" y="connsiteY1"/>
              </a:cxn>
              <a:cxn ang="0">
                <a:pos x="connsiteX2" y="connsiteY2"/>
              </a:cxn>
            </a:cxnLst>
            <a:rect l="l" t="t" r="r" b="b"/>
            <a:pathLst>
              <a:path w="12192000" h="6858000">
                <a:moveTo>
                  <a:pt x="12192000" y="0"/>
                </a:moveTo>
                <a:lnTo>
                  <a:pt x="12192000" y="6858000"/>
                </a:lnTo>
                <a:lnTo>
                  <a:pt x="0" y="6858000"/>
                </a:lnTo>
                <a:close/>
              </a:path>
            </a:pathLst>
          </a:custGeom>
        </p:spPr>
        <p:txBody>
          <a:bodyPr wrap="square">
            <a:noAutofit/>
          </a:bodyPr>
          <a:lstStyle>
            <a:lvl1pPr marL="0" indent="0">
              <a:buNone/>
              <a:defRPr/>
            </a:lvl1pPr>
          </a:lstStyle>
          <a:p>
            <a:endParaRPr lang="id-ID"/>
          </a:p>
        </p:txBody>
      </p:sp>
    </p:spTree>
    <p:extLst>
      <p:ext uri="{BB962C8B-B14F-4D97-AF65-F5344CB8AC3E}">
        <p14:creationId xmlns:p14="http://schemas.microsoft.com/office/powerpoint/2010/main" val="39482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1+#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3" y="0"/>
            <a:ext cx="12191999" cy="6858000"/>
          </a:xfrm>
          <a:custGeom>
            <a:avLst/>
            <a:gdLst>
              <a:gd name="connsiteX0" fmla="*/ 1404965 w 12191999"/>
              <a:gd name="connsiteY0" fmla="*/ 5247225 h 6858000"/>
              <a:gd name="connsiteX1" fmla="*/ 7615212 w 12191999"/>
              <a:gd name="connsiteY1" fmla="*/ 5247225 h 6858000"/>
              <a:gd name="connsiteX2" fmla="*/ 6210246 w 12191999"/>
              <a:gd name="connsiteY2" fmla="*/ 6858000 h 6858000"/>
              <a:gd name="connsiteX3" fmla="*/ 0 w 12191999"/>
              <a:gd name="connsiteY3" fmla="*/ 6858000 h 6858000"/>
              <a:gd name="connsiteX4" fmla="*/ 2975174 w 12191999"/>
              <a:gd name="connsiteY4" fmla="*/ 3447000 h 6858000"/>
              <a:gd name="connsiteX5" fmla="*/ 9185421 w 12191999"/>
              <a:gd name="connsiteY5" fmla="*/ 3447000 h 6858000"/>
              <a:gd name="connsiteX6" fmla="*/ 7646612 w 12191999"/>
              <a:gd name="connsiteY6" fmla="*/ 5211225 h 6858000"/>
              <a:gd name="connsiteX7" fmla="*/ 1436365 w 12191999"/>
              <a:gd name="connsiteY7" fmla="*/ 5211225 h 6858000"/>
              <a:gd name="connsiteX8" fmla="*/ 4545388 w 12191999"/>
              <a:gd name="connsiteY8" fmla="*/ 1646775 h 6858000"/>
              <a:gd name="connsiteX9" fmla="*/ 10755633 w 12191999"/>
              <a:gd name="connsiteY9" fmla="*/ 1646775 h 6858000"/>
              <a:gd name="connsiteX10" fmla="*/ 9216823 w 12191999"/>
              <a:gd name="connsiteY10" fmla="*/ 3411000 h 6858000"/>
              <a:gd name="connsiteX11" fmla="*/ 3006576 w 12191999"/>
              <a:gd name="connsiteY11" fmla="*/ 3411000 h 6858000"/>
              <a:gd name="connsiteX12" fmla="*/ 5981752 w 12191999"/>
              <a:gd name="connsiteY12" fmla="*/ 0 h 6858000"/>
              <a:gd name="connsiteX13" fmla="*/ 12191999 w 12191999"/>
              <a:gd name="connsiteY13" fmla="*/ 0 h 6858000"/>
              <a:gd name="connsiteX14" fmla="*/ 10787033 w 12191999"/>
              <a:gd name="connsiteY14" fmla="*/ 1610775 h 6858000"/>
              <a:gd name="connsiteX15" fmla="*/ 4576786 w 12191999"/>
              <a:gd name="connsiteY15" fmla="*/ 16107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1999" h="6858000">
                <a:moveTo>
                  <a:pt x="1404965" y="5247225"/>
                </a:moveTo>
                <a:lnTo>
                  <a:pt x="7615212" y="5247225"/>
                </a:lnTo>
                <a:lnTo>
                  <a:pt x="6210246" y="6858000"/>
                </a:lnTo>
                <a:lnTo>
                  <a:pt x="0" y="6858000"/>
                </a:lnTo>
                <a:close/>
                <a:moveTo>
                  <a:pt x="2975174" y="3447000"/>
                </a:moveTo>
                <a:lnTo>
                  <a:pt x="9185421" y="3447000"/>
                </a:lnTo>
                <a:lnTo>
                  <a:pt x="7646612" y="5211225"/>
                </a:lnTo>
                <a:lnTo>
                  <a:pt x="1436365" y="5211225"/>
                </a:lnTo>
                <a:close/>
                <a:moveTo>
                  <a:pt x="4545388" y="1646775"/>
                </a:moveTo>
                <a:lnTo>
                  <a:pt x="10755633" y="1646775"/>
                </a:lnTo>
                <a:lnTo>
                  <a:pt x="9216823" y="3411000"/>
                </a:lnTo>
                <a:lnTo>
                  <a:pt x="3006576" y="3411000"/>
                </a:lnTo>
                <a:close/>
                <a:moveTo>
                  <a:pt x="5981752" y="0"/>
                </a:moveTo>
                <a:lnTo>
                  <a:pt x="12191999" y="0"/>
                </a:lnTo>
                <a:lnTo>
                  <a:pt x="10787033" y="1610775"/>
                </a:lnTo>
                <a:lnTo>
                  <a:pt x="4576786" y="1610775"/>
                </a:lnTo>
                <a:close/>
              </a:path>
            </a:pathLst>
          </a:custGeom>
        </p:spPr>
        <p:txBody>
          <a:bodyPr wrap="square">
            <a:noAutofit/>
          </a:bodyPr>
          <a:lstStyle>
            <a:lvl1pPr marL="0" indent="0">
              <a:buNone/>
              <a:defRPr/>
            </a:lvl1pPr>
          </a:lstStyle>
          <a:p>
            <a:endParaRPr lang="id-ID"/>
          </a:p>
        </p:txBody>
      </p:sp>
    </p:spTree>
    <p:extLst>
      <p:ext uri="{BB962C8B-B14F-4D97-AF65-F5344CB8AC3E}">
        <p14:creationId xmlns:p14="http://schemas.microsoft.com/office/powerpoint/2010/main" val="12135347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2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5" y="-1"/>
            <a:ext cx="12191997" cy="6858000"/>
          </a:xfrm>
          <a:custGeom>
            <a:avLst/>
            <a:gdLst>
              <a:gd name="connsiteX0" fmla="*/ 4576785 w 12191997"/>
              <a:gd name="connsiteY0" fmla="*/ 5247225 h 6858000"/>
              <a:gd name="connsiteX1" fmla="*/ 10787032 w 12191997"/>
              <a:gd name="connsiteY1" fmla="*/ 5247225 h 6858000"/>
              <a:gd name="connsiteX2" fmla="*/ 12191997 w 12191997"/>
              <a:gd name="connsiteY2" fmla="*/ 6858000 h 6858000"/>
              <a:gd name="connsiteX3" fmla="*/ 5981752 w 12191997"/>
              <a:gd name="connsiteY3" fmla="*/ 6858000 h 6858000"/>
              <a:gd name="connsiteX4" fmla="*/ 3006576 w 12191997"/>
              <a:gd name="connsiteY4" fmla="*/ 3447000 h 6858000"/>
              <a:gd name="connsiteX5" fmla="*/ 9216823 w 12191997"/>
              <a:gd name="connsiteY5" fmla="*/ 3447000 h 6858000"/>
              <a:gd name="connsiteX6" fmla="*/ 10755632 w 12191997"/>
              <a:gd name="connsiteY6" fmla="*/ 5211225 h 6858000"/>
              <a:gd name="connsiteX7" fmla="*/ 4545386 w 12191997"/>
              <a:gd name="connsiteY7" fmla="*/ 5211225 h 6858000"/>
              <a:gd name="connsiteX8" fmla="*/ 1436365 w 12191997"/>
              <a:gd name="connsiteY8" fmla="*/ 1646775 h 6858000"/>
              <a:gd name="connsiteX9" fmla="*/ 7646610 w 12191997"/>
              <a:gd name="connsiteY9" fmla="*/ 1646775 h 6858000"/>
              <a:gd name="connsiteX10" fmla="*/ 9185422 w 12191997"/>
              <a:gd name="connsiteY10" fmla="*/ 3411000 h 6858000"/>
              <a:gd name="connsiteX11" fmla="*/ 2975175 w 12191997"/>
              <a:gd name="connsiteY11" fmla="*/ 3411000 h 6858000"/>
              <a:gd name="connsiteX12" fmla="*/ 0 w 12191997"/>
              <a:gd name="connsiteY12" fmla="*/ 0 h 6858000"/>
              <a:gd name="connsiteX13" fmla="*/ 6210246 w 12191997"/>
              <a:gd name="connsiteY13" fmla="*/ 0 h 6858000"/>
              <a:gd name="connsiteX14" fmla="*/ 7615212 w 12191997"/>
              <a:gd name="connsiteY14" fmla="*/ 1610775 h 6858000"/>
              <a:gd name="connsiteX15" fmla="*/ 1404965 w 12191997"/>
              <a:gd name="connsiteY15" fmla="*/ 16107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1997" h="6858000">
                <a:moveTo>
                  <a:pt x="4576785" y="5247225"/>
                </a:moveTo>
                <a:lnTo>
                  <a:pt x="10787032" y="5247225"/>
                </a:lnTo>
                <a:lnTo>
                  <a:pt x="12191997" y="6858000"/>
                </a:lnTo>
                <a:lnTo>
                  <a:pt x="5981752" y="6858000"/>
                </a:lnTo>
                <a:close/>
                <a:moveTo>
                  <a:pt x="3006576" y="3447000"/>
                </a:moveTo>
                <a:lnTo>
                  <a:pt x="9216823" y="3447000"/>
                </a:lnTo>
                <a:lnTo>
                  <a:pt x="10755632" y="5211225"/>
                </a:lnTo>
                <a:lnTo>
                  <a:pt x="4545386" y="5211225"/>
                </a:lnTo>
                <a:close/>
                <a:moveTo>
                  <a:pt x="1436365" y="1646775"/>
                </a:moveTo>
                <a:lnTo>
                  <a:pt x="7646610" y="1646775"/>
                </a:lnTo>
                <a:lnTo>
                  <a:pt x="9185422" y="3411000"/>
                </a:lnTo>
                <a:lnTo>
                  <a:pt x="2975175" y="3411000"/>
                </a:lnTo>
                <a:close/>
                <a:moveTo>
                  <a:pt x="0" y="0"/>
                </a:moveTo>
                <a:lnTo>
                  <a:pt x="6210246" y="0"/>
                </a:lnTo>
                <a:lnTo>
                  <a:pt x="7615212" y="1610775"/>
                </a:lnTo>
                <a:lnTo>
                  <a:pt x="1404965" y="1610775"/>
                </a:lnTo>
                <a:close/>
              </a:path>
            </a:pathLst>
          </a:custGeom>
        </p:spPr>
        <p:txBody>
          <a:bodyPr wrap="square">
            <a:noAutofit/>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44811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with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1+#ppt_w/2"/>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2"/>
            <a:ext cx="12192000" cy="6229351"/>
          </a:xfrm>
          <a:custGeom>
            <a:avLst/>
            <a:gdLst>
              <a:gd name="connsiteX0" fmla="*/ 0 w 12192000"/>
              <a:gd name="connsiteY0" fmla="*/ 0 h 6229351"/>
              <a:gd name="connsiteX1" fmla="*/ 12192000 w 12192000"/>
              <a:gd name="connsiteY1" fmla="*/ 0 h 6229351"/>
              <a:gd name="connsiteX2" fmla="*/ 12192000 w 12192000"/>
              <a:gd name="connsiteY2" fmla="*/ 6229351 h 6229351"/>
              <a:gd name="connsiteX3" fmla="*/ 76082 w 12192000"/>
              <a:gd name="connsiteY3" fmla="*/ 768364 h 6229351"/>
              <a:gd name="connsiteX4" fmla="*/ 0 w 12192000"/>
              <a:gd name="connsiteY4" fmla="*/ 755224 h 622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229351">
                <a:moveTo>
                  <a:pt x="0" y="0"/>
                </a:moveTo>
                <a:lnTo>
                  <a:pt x="12192000" y="0"/>
                </a:lnTo>
                <a:lnTo>
                  <a:pt x="12192000" y="6229351"/>
                </a:lnTo>
                <a:cubicBezTo>
                  <a:pt x="8643947" y="3399043"/>
                  <a:pt x="5217800" y="1702384"/>
                  <a:pt x="76082" y="768364"/>
                </a:cubicBezTo>
                <a:lnTo>
                  <a:pt x="0" y="755224"/>
                </a:lnTo>
                <a:close/>
              </a:path>
            </a:pathLst>
          </a:custGeom>
        </p:spPr>
        <p:txBody>
          <a:bodyPr wrap="square">
            <a:noAutofit/>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11241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628649"/>
            <a:ext cx="12192000" cy="6229351"/>
          </a:xfrm>
          <a:custGeom>
            <a:avLst/>
            <a:gdLst>
              <a:gd name="connsiteX0" fmla="*/ 12192000 w 12192000"/>
              <a:gd name="connsiteY0" fmla="*/ 0 h 6229351"/>
              <a:gd name="connsiteX1" fmla="*/ 12192000 w 12192000"/>
              <a:gd name="connsiteY1" fmla="*/ 6229351 h 6229351"/>
              <a:gd name="connsiteX2" fmla="*/ 0 w 12192000"/>
              <a:gd name="connsiteY2" fmla="*/ 6229351 h 6229351"/>
              <a:gd name="connsiteX3" fmla="*/ 0 w 12192000"/>
              <a:gd name="connsiteY3" fmla="*/ 5474127 h 6229351"/>
              <a:gd name="connsiteX4" fmla="*/ 76082 w 12192000"/>
              <a:gd name="connsiteY4" fmla="*/ 5460987 h 6229351"/>
              <a:gd name="connsiteX5" fmla="*/ 12192000 w 12192000"/>
              <a:gd name="connsiteY5" fmla="*/ 0 h 622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229351">
                <a:moveTo>
                  <a:pt x="12192000" y="0"/>
                </a:moveTo>
                <a:lnTo>
                  <a:pt x="12192000" y="6229351"/>
                </a:lnTo>
                <a:lnTo>
                  <a:pt x="0" y="6229351"/>
                </a:lnTo>
                <a:lnTo>
                  <a:pt x="0" y="5474127"/>
                </a:lnTo>
                <a:lnTo>
                  <a:pt x="76082" y="5460987"/>
                </a:lnTo>
                <a:cubicBezTo>
                  <a:pt x="5217799" y="4526967"/>
                  <a:pt x="8643947" y="2830308"/>
                  <a:pt x="12192000" y="0"/>
                </a:cubicBezTo>
                <a:close/>
              </a:path>
            </a:pathLst>
          </a:custGeom>
        </p:spPr>
        <p:txBody>
          <a:bodyPr wrap="square">
            <a:noAutofit/>
          </a:bodyPr>
          <a:lstStyle>
            <a:lvl1pPr marL="0" indent="0">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94026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Title and Content">
    <p:bg>
      <p:bgPr>
        <a:solidFill>
          <a:srgbClr val="F8F8F8"/>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0" y="0"/>
            <a:ext cx="12192000" cy="3497263"/>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3"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39068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6096000" y="3429000"/>
            <a:ext cx="2322786" cy="2322786"/>
          </a:xfrm>
          <a:custGeom>
            <a:avLst/>
            <a:gdLst>
              <a:gd name="connsiteX0" fmla="*/ 0 w 2322786"/>
              <a:gd name="connsiteY0" fmla="*/ 0 h 2322786"/>
              <a:gd name="connsiteX1" fmla="*/ 2322786 w 2322786"/>
              <a:gd name="connsiteY1" fmla="*/ 0 h 2322786"/>
              <a:gd name="connsiteX2" fmla="*/ 0 w 2322786"/>
              <a:gd name="connsiteY2" fmla="*/ 2322786 h 2322786"/>
            </a:gdLst>
            <a:ahLst/>
            <a:cxnLst>
              <a:cxn ang="0">
                <a:pos x="connsiteX0" y="connsiteY0"/>
              </a:cxn>
              <a:cxn ang="0">
                <a:pos x="connsiteX1" y="connsiteY1"/>
              </a:cxn>
              <a:cxn ang="0">
                <a:pos x="connsiteX2" y="connsiteY2"/>
              </a:cxn>
            </a:cxnLst>
            <a:rect l="l" t="t" r="r" b="b"/>
            <a:pathLst>
              <a:path w="2322786" h="2322786">
                <a:moveTo>
                  <a:pt x="0" y="0"/>
                </a:moveTo>
                <a:lnTo>
                  <a:pt x="2322786" y="0"/>
                </a:lnTo>
                <a:cubicBezTo>
                  <a:pt x="2322786" y="1282839"/>
                  <a:pt x="1282839" y="2322786"/>
                  <a:pt x="0" y="2322786"/>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4" name="Picture Placeholder 13"/>
          <p:cNvSpPr>
            <a:spLocks noGrp="1"/>
          </p:cNvSpPr>
          <p:nvPr>
            <p:ph type="pic" sz="quarter" idx="12"/>
          </p:nvPr>
        </p:nvSpPr>
        <p:spPr>
          <a:xfrm>
            <a:off x="3773214" y="3429000"/>
            <a:ext cx="2322786" cy="2322786"/>
          </a:xfrm>
          <a:custGeom>
            <a:avLst/>
            <a:gdLst>
              <a:gd name="connsiteX0" fmla="*/ 0 w 2322786"/>
              <a:gd name="connsiteY0" fmla="*/ 0 h 2322786"/>
              <a:gd name="connsiteX1" fmla="*/ 2322786 w 2322786"/>
              <a:gd name="connsiteY1" fmla="*/ 0 h 2322786"/>
              <a:gd name="connsiteX2" fmla="*/ 2322786 w 2322786"/>
              <a:gd name="connsiteY2" fmla="*/ 2322786 h 2322786"/>
              <a:gd name="connsiteX3" fmla="*/ 0 w 2322786"/>
              <a:gd name="connsiteY3" fmla="*/ 0 h 2322786"/>
            </a:gdLst>
            <a:ahLst/>
            <a:cxnLst>
              <a:cxn ang="0">
                <a:pos x="connsiteX0" y="connsiteY0"/>
              </a:cxn>
              <a:cxn ang="0">
                <a:pos x="connsiteX1" y="connsiteY1"/>
              </a:cxn>
              <a:cxn ang="0">
                <a:pos x="connsiteX2" y="connsiteY2"/>
              </a:cxn>
              <a:cxn ang="0">
                <a:pos x="connsiteX3" y="connsiteY3"/>
              </a:cxn>
            </a:cxnLst>
            <a:rect l="l" t="t" r="r" b="b"/>
            <a:pathLst>
              <a:path w="2322786" h="2322786">
                <a:moveTo>
                  <a:pt x="0" y="0"/>
                </a:moveTo>
                <a:lnTo>
                  <a:pt x="2322786" y="0"/>
                </a:lnTo>
                <a:lnTo>
                  <a:pt x="2322786" y="2322786"/>
                </a:lnTo>
                <a:cubicBezTo>
                  <a:pt x="1039947" y="2322786"/>
                  <a:pt x="0" y="1282839"/>
                  <a:pt x="0"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1" name="Picture Placeholder 10"/>
          <p:cNvSpPr>
            <a:spLocks noGrp="1"/>
          </p:cNvSpPr>
          <p:nvPr>
            <p:ph type="pic" sz="quarter" idx="11"/>
          </p:nvPr>
        </p:nvSpPr>
        <p:spPr>
          <a:xfrm>
            <a:off x="6096000" y="1106214"/>
            <a:ext cx="2322786" cy="2322786"/>
          </a:xfrm>
          <a:custGeom>
            <a:avLst/>
            <a:gdLst>
              <a:gd name="connsiteX0" fmla="*/ 0 w 2322786"/>
              <a:gd name="connsiteY0" fmla="*/ 0 h 2322786"/>
              <a:gd name="connsiteX1" fmla="*/ 2322786 w 2322786"/>
              <a:gd name="connsiteY1" fmla="*/ 2322786 h 2322786"/>
              <a:gd name="connsiteX2" fmla="*/ 0 w 2322786"/>
              <a:gd name="connsiteY2" fmla="*/ 2322786 h 2322786"/>
            </a:gdLst>
            <a:ahLst/>
            <a:cxnLst>
              <a:cxn ang="0">
                <a:pos x="connsiteX0" y="connsiteY0"/>
              </a:cxn>
              <a:cxn ang="0">
                <a:pos x="connsiteX1" y="connsiteY1"/>
              </a:cxn>
              <a:cxn ang="0">
                <a:pos x="connsiteX2" y="connsiteY2"/>
              </a:cxn>
            </a:cxnLst>
            <a:rect l="l" t="t" r="r" b="b"/>
            <a:pathLst>
              <a:path w="2322786" h="2322786">
                <a:moveTo>
                  <a:pt x="0" y="0"/>
                </a:moveTo>
                <a:cubicBezTo>
                  <a:pt x="1282839" y="0"/>
                  <a:pt x="2322786" y="1039947"/>
                  <a:pt x="2322786" y="2322786"/>
                </a:cubicBezTo>
                <a:lnTo>
                  <a:pt x="0" y="2322786"/>
                </a:ln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8" name="Picture Placeholder 7"/>
          <p:cNvSpPr>
            <a:spLocks noGrp="1"/>
          </p:cNvSpPr>
          <p:nvPr>
            <p:ph type="pic" sz="quarter" idx="10"/>
          </p:nvPr>
        </p:nvSpPr>
        <p:spPr>
          <a:xfrm>
            <a:off x="3773214" y="1106214"/>
            <a:ext cx="2322786" cy="2322786"/>
          </a:xfrm>
          <a:custGeom>
            <a:avLst/>
            <a:gdLst>
              <a:gd name="connsiteX0" fmla="*/ 2322786 w 2322786"/>
              <a:gd name="connsiteY0" fmla="*/ 0 h 2322786"/>
              <a:gd name="connsiteX1" fmla="*/ 2322786 w 2322786"/>
              <a:gd name="connsiteY1" fmla="*/ 2322786 h 2322786"/>
              <a:gd name="connsiteX2" fmla="*/ 0 w 2322786"/>
              <a:gd name="connsiteY2" fmla="*/ 2322786 h 2322786"/>
              <a:gd name="connsiteX3" fmla="*/ 2322786 w 2322786"/>
              <a:gd name="connsiteY3" fmla="*/ 0 h 2322786"/>
            </a:gdLst>
            <a:ahLst/>
            <a:cxnLst>
              <a:cxn ang="0">
                <a:pos x="connsiteX0" y="connsiteY0"/>
              </a:cxn>
              <a:cxn ang="0">
                <a:pos x="connsiteX1" y="connsiteY1"/>
              </a:cxn>
              <a:cxn ang="0">
                <a:pos x="connsiteX2" y="connsiteY2"/>
              </a:cxn>
              <a:cxn ang="0">
                <a:pos x="connsiteX3" y="connsiteY3"/>
              </a:cxn>
            </a:cxnLst>
            <a:rect l="l" t="t" r="r" b="b"/>
            <a:pathLst>
              <a:path w="2322786" h="2322786">
                <a:moveTo>
                  <a:pt x="2322786" y="0"/>
                </a:moveTo>
                <a:lnTo>
                  <a:pt x="2322786" y="2322786"/>
                </a:lnTo>
                <a:lnTo>
                  <a:pt x="0" y="2322786"/>
                </a:lnTo>
                <a:cubicBezTo>
                  <a:pt x="0" y="1039947"/>
                  <a:pt x="1039947" y="0"/>
                  <a:pt x="2322786"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Tree>
    <p:extLst>
      <p:ext uri="{BB962C8B-B14F-4D97-AF65-F5344CB8AC3E}">
        <p14:creationId xmlns:p14="http://schemas.microsoft.com/office/powerpoint/2010/main" val="216465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0-#ppt_w/2"/>
                                          </p:val>
                                        </p:tav>
                                        <p:tav tm="100000">
                                          <p:val>
                                            <p:strVal val="#ppt_x"/>
                                          </p:val>
                                        </p:tav>
                                      </p:tavLst>
                                    </p:anim>
                                    <p:anim calcmode="lin" valueType="num">
                                      <p:cBhvr additive="base">
                                        <p:cTn id="8" dur="75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12" decel="100000" fill="hold" grpId="0" nodeType="withEffect" nodePh="1">
                                  <p:stCondLst>
                                    <p:cond delay="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0-#ppt_w/2"/>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6" decel="100000" fill="hold" grpId="0" nodeType="withEffect" nodePh="1">
                                  <p:stCondLst>
                                    <p:cond delay="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750" fill="hold"/>
                                        <p:tgtEl>
                                          <p:spTgt spid="17"/>
                                        </p:tgtEl>
                                        <p:attrNameLst>
                                          <p:attrName>ppt_x</p:attrName>
                                        </p:attrNameLst>
                                      </p:cBhvr>
                                      <p:tavLst>
                                        <p:tav tm="0">
                                          <p:val>
                                            <p:strVal val="1+#ppt_w/2"/>
                                          </p:val>
                                        </p:tav>
                                        <p:tav tm="100000">
                                          <p:val>
                                            <p:strVal val="#ppt_x"/>
                                          </p:val>
                                        </p:tav>
                                      </p:tavLst>
                                    </p:anim>
                                    <p:anim calcmode="lin" valueType="num">
                                      <p:cBhvr additive="base">
                                        <p:cTn id="16" dur="75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3" decel="100000" fill="hold" grpId="0" nodeType="withEffect" nodePh="1">
                                  <p:stCondLst>
                                    <p:cond delay="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1+#ppt_w/2"/>
                                          </p:val>
                                        </p:tav>
                                        <p:tav tm="100000">
                                          <p:val>
                                            <p:strVal val="#ppt_x"/>
                                          </p:val>
                                        </p:tav>
                                      </p:tavLst>
                                    </p:anim>
                                    <p:anim calcmode="lin" valueType="num">
                                      <p:cBhvr additive="base">
                                        <p:cTn id="20" dur="75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4" grpId="0"/>
      <p:bldP spid="11" grpId="0"/>
      <p:bldP spid="8" grpId="0"/>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587767"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0" name="Picture Placeholder 9"/>
          <p:cNvSpPr>
            <a:spLocks noGrp="1"/>
          </p:cNvSpPr>
          <p:nvPr>
            <p:ph type="pic" sz="quarter" idx="11"/>
          </p:nvPr>
        </p:nvSpPr>
        <p:spPr>
          <a:xfrm>
            <a:off x="7110251"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1" name="Picture Placeholder 10"/>
          <p:cNvSpPr>
            <a:spLocks noGrp="1"/>
          </p:cNvSpPr>
          <p:nvPr>
            <p:ph type="pic" sz="quarter" idx="12"/>
          </p:nvPr>
        </p:nvSpPr>
        <p:spPr>
          <a:xfrm>
            <a:off x="8371493"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2" name="Picture Placeholder 11"/>
          <p:cNvSpPr>
            <a:spLocks noGrp="1"/>
          </p:cNvSpPr>
          <p:nvPr>
            <p:ph type="pic" sz="quarter" idx="13"/>
          </p:nvPr>
        </p:nvSpPr>
        <p:spPr>
          <a:xfrm>
            <a:off x="9632735" y="2601311"/>
            <a:ext cx="1655380" cy="1655378"/>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127000" algn="ctr" rotWithShape="0">
              <a:schemeClr val="bg1">
                <a:lumMod val="7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3" name="Picture Placeholder 12"/>
          <p:cNvSpPr>
            <a:spLocks noGrp="1"/>
          </p:cNvSpPr>
          <p:nvPr>
            <p:ph type="pic" sz="quarter" idx="14"/>
          </p:nvPr>
        </p:nvSpPr>
        <p:spPr>
          <a:xfrm>
            <a:off x="5580998" y="2333300"/>
            <a:ext cx="2191402" cy="2191400"/>
          </a:xfrm>
          <a:custGeom>
            <a:avLst/>
            <a:gdLst>
              <a:gd name="connsiteX0" fmla="*/ 827690 w 1655380"/>
              <a:gd name="connsiteY0" fmla="*/ 0 h 1655378"/>
              <a:gd name="connsiteX1" fmla="*/ 1655380 w 1655380"/>
              <a:gd name="connsiteY1" fmla="*/ 827689 h 1655378"/>
              <a:gd name="connsiteX2" fmla="*/ 827690 w 1655380"/>
              <a:gd name="connsiteY2" fmla="*/ 1655378 h 1655378"/>
              <a:gd name="connsiteX3" fmla="*/ 0 w 1655380"/>
              <a:gd name="connsiteY3" fmla="*/ 827689 h 1655378"/>
              <a:gd name="connsiteX4" fmla="*/ 827690 w 1655380"/>
              <a:gd name="connsiteY4" fmla="*/ 0 h 1655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380" h="1655378">
                <a:moveTo>
                  <a:pt x="827690" y="0"/>
                </a:moveTo>
                <a:cubicBezTo>
                  <a:pt x="1284811" y="0"/>
                  <a:pt x="1655380" y="370569"/>
                  <a:pt x="1655380" y="827689"/>
                </a:cubicBezTo>
                <a:cubicBezTo>
                  <a:pt x="1655380" y="1284809"/>
                  <a:pt x="1284811" y="1655378"/>
                  <a:pt x="827690" y="1655378"/>
                </a:cubicBezTo>
                <a:cubicBezTo>
                  <a:pt x="370569" y="1655378"/>
                  <a:pt x="0" y="1284809"/>
                  <a:pt x="0" y="827689"/>
                </a:cubicBezTo>
                <a:cubicBezTo>
                  <a:pt x="0" y="370569"/>
                  <a:pt x="370569" y="0"/>
                  <a:pt x="827690" y="0"/>
                </a:cubicBezTo>
                <a:close/>
              </a:path>
            </a:pathLst>
          </a:custGeom>
          <a:effectLst>
            <a:outerShdw blurRad="381000" algn="ctr" rotWithShape="0">
              <a:schemeClr val="bg1">
                <a:lumMod val="65000"/>
                <a:alpha val="40000"/>
              </a:schemeClr>
            </a:outerShdw>
          </a:effectLst>
        </p:spPr>
        <p:txBody>
          <a:bodyPr wrap="square">
            <a:noAutofit/>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84102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150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1+#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175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nodePh="1">
                                  <p:stCondLst>
                                    <p:cond delay="2000"/>
                                  </p:stCondLst>
                                  <p:endCondLst>
                                    <p:cond evt="begin" delay="0">
                                      <p:tn val="13"/>
                                    </p:cond>
                                  </p:end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1+#ppt_w/2"/>
                                          </p:val>
                                        </p:tav>
                                        <p:tav tm="100000">
                                          <p:val>
                                            <p:strVal val="#ppt_x"/>
                                          </p:val>
                                        </p:tav>
                                      </p:tavLst>
                                    </p:anim>
                                    <p:anim calcmode="lin" valueType="num">
                                      <p:cBhvr additive="base">
                                        <p:cTn id="16" dur="75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225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1+#ppt_w/2"/>
                                          </p:val>
                                        </p:tav>
                                        <p:tav tm="100000">
                                          <p:val>
                                            <p:strVal val="#ppt_x"/>
                                          </p:val>
                                        </p:tav>
                                      </p:tavLst>
                                    </p:anim>
                                    <p:anim calcmode="lin" valueType="num">
                                      <p:cBhvr additive="base">
                                        <p:cTn id="20" dur="750" fill="hold"/>
                                        <p:tgtEl>
                                          <p:spTgt spid="11"/>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2500"/>
                                  </p:stCondLst>
                                  <p:endCondLst>
                                    <p:cond evt="begin" delay="0">
                                      <p:tn val="21"/>
                                    </p:cond>
                                  </p:end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750" fill="hold"/>
                                        <p:tgtEl>
                                          <p:spTgt spid="12"/>
                                        </p:tgtEl>
                                        <p:attrNameLst>
                                          <p:attrName>ppt_x</p:attrName>
                                        </p:attrNameLst>
                                      </p:cBhvr>
                                      <p:tavLst>
                                        <p:tav tm="0">
                                          <p:val>
                                            <p:strVal val="1+#ppt_w/2"/>
                                          </p:val>
                                        </p:tav>
                                        <p:tav tm="100000">
                                          <p:val>
                                            <p:strVal val="#ppt_x"/>
                                          </p:val>
                                        </p:tav>
                                      </p:tavLst>
                                    </p:anim>
                                    <p:anim calcmode="lin" valueType="num">
                                      <p:cBhvr additive="base">
                                        <p:cTn id="24" dur="75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4" name="Rectangle 3"/>
          <p:cNvSpPr/>
          <p:nvPr userDrawn="1"/>
        </p:nvSpPr>
        <p:spPr>
          <a:xfrm>
            <a:off x="5975131" y="0"/>
            <a:ext cx="621686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Picture Placeholder 7"/>
          <p:cNvSpPr>
            <a:spLocks noGrp="1"/>
          </p:cNvSpPr>
          <p:nvPr>
            <p:ph type="pic" sz="quarter" idx="11"/>
          </p:nvPr>
        </p:nvSpPr>
        <p:spPr>
          <a:xfrm>
            <a:off x="6861177" y="1847850"/>
            <a:ext cx="1752600" cy="3152775"/>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6" name="Picture Placeholder 5"/>
          <p:cNvSpPr>
            <a:spLocks noGrp="1"/>
          </p:cNvSpPr>
          <p:nvPr>
            <p:ph type="pic" sz="quarter" idx="10"/>
          </p:nvPr>
        </p:nvSpPr>
        <p:spPr>
          <a:xfrm>
            <a:off x="4879976" y="1447800"/>
            <a:ext cx="2230437" cy="3943350"/>
          </a:xfrm>
          <a:prstGeom prst="rect">
            <a:avLst/>
          </a:prstGeom>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19893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00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nodePh="1">
                                  <p:stCondLst>
                                    <p:cond delay="2750"/>
                                  </p:stCondLst>
                                  <p:endCondLst>
                                    <p:cond evt="begin" delay="0">
                                      <p:tn val="8"/>
                                    </p:cond>
                                  </p:end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18" name="Picture Placeholder 17"/>
          <p:cNvSpPr>
            <a:spLocks noGrp="1"/>
          </p:cNvSpPr>
          <p:nvPr>
            <p:ph type="pic" sz="quarter" idx="12"/>
          </p:nvPr>
        </p:nvSpPr>
        <p:spPr>
          <a:xfrm>
            <a:off x="5217947" y="1993528"/>
            <a:ext cx="1756107" cy="2037084"/>
          </a:xfrm>
          <a:custGeom>
            <a:avLst/>
            <a:gdLst>
              <a:gd name="connsiteX0" fmla="*/ 878053 w 1756107"/>
              <a:gd name="connsiteY0" fmla="*/ 0 h 2037084"/>
              <a:gd name="connsiteX1" fmla="*/ 1756107 w 1756107"/>
              <a:gd name="connsiteY1" fmla="*/ 439027 h 2037084"/>
              <a:gd name="connsiteX2" fmla="*/ 1756107 w 1756107"/>
              <a:gd name="connsiteY2" fmla="*/ 1598057 h 2037084"/>
              <a:gd name="connsiteX3" fmla="*/ 878053 w 1756107"/>
              <a:gd name="connsiteY3" fmla="*/ 2037084 h 2037084"/>
              <a:gd name="connsiteX4" fmla="*/ 0 w 1756107"/>
              <a:gd name="connsiteY4" fmla="*/ 1598057 h 2037084"/>
              <a:gd name="connsiteX5" fmla="*/ 0 w 1756107"/>
              <a:gd name="connsiteY5" fmla="*/ 439027 h 203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07" h="2037084">
                <a:moveTo>
                  <a:pt x="878053" y="0"/>
                </a:moveTo>
                <a:lnTo>
                  <a:pt x="1756107" y="439027"/>
                </a:lnTo>
                <a:lnTo>
                  <a:pt x="1756107" y="1598057"/>
                </a:lnTo>
                <a:lnTo>
                  <a:pt x="878053" y="2037084"/>
                </a:lnTo>
                <a:lnTo>
                  <a:pt x="0" y="1598057"/>
                </a:lnTo>
                <a:lnTo>
                  <a:pt x="0" y="439027"/>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9" name="Picture Placeholder 18"/>
          <p:cNvSpPr>
            <a:spLocks noGrp="1"/>
          </p:cNvSpPr>
          <p:nvPr>
            <p:ph type="pic" sz="quarter" idx="13"/>
          </p:nvPr>
        </p:nvSpPr>
        <p:spPr>
          <a:xfrm>
            <a:off x="8425231" y="1993528"/>
            <a:ext cx="1756107" cy="2037084"/>
          </a:xfrm>
          <a:custGeom>
            <a:avLst/>
            <a:gdLst>
              <a:gd name="connsiteX0" fmla="*/ 878053 w 1756107"/>
              <a:gd name="connsiteY0" fmla="*/ 0 h 2037084"/>
              <a:gd name="connsiteX1" fmla="*/ 1756107 w 1756107"/>
              <a:gd name="connsiteY1" fmla="*/ 439027 h 2037084"/>
              <a:gd name="connsiteX2" fmla="*/ 1756107 w 1756107"/>
              <a:gd name="connsiteY2" fmla="*/ 1598057 h 2037084"/>
              <a:gd name="connsiteX3" fmla="*/ 878053 w 1756107"/>
              <a:gd name="connsiteY3" fmla="*/ 2037084 h 2037084"/>
              <a:gd name="connsiteX4" fmla="*/ 0 w 1756107"/>
              <a:gd name="connsiteY4" fmla="*/ 1598057 h 2037084"/>
              <a:gd name="connsiteX5" fmla="*/ 0 w 1756107"/>
              <a:gd name="connsiteY5" fmla="*/ 439027 h 203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07" h="2037084">
                <a:moveTo>
                  <a:pt x="878053" y="0"/>
                </a:moveTo>
                <a:lnTo>
                  <a:pt x="1756107" y="439027"/>
                </a:lnTo>
                <a:lnTo>
                  <a:pt x="1756107" y="1598057"/>
                </a:lnTo>
                <a:lnTo>
                  <a:pt x="878053" y="2037084"/>
                </a:lnTo>
                <a:lnTo>
                  <a:pt x="0" y="1598057"/>
                </a:lnTo>
                <a:lnTo>
                  <a:pt x="0" y="439027"/>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17" name="Picture Placeholder 16"/>
          <p:cNvSpPr>
            <a:spLocks noGrp="1"/>
          </p:cNvSpPr>
          <p:nvPr>
            <p:ph type="pic" sz="quarter" idx="11"/>
          </p:nvPr>
        </p:nvSpPr>
        <p:spPr>
          <a:xfrm>
            <a:off x="2010664" y="1993528"/>
            <a:ext cx="1756107" cy="2037084"/>
          </a:xfrm>
          <a:custGeom>
            <a:avLst/>
            <a:gdLst>
              <a:gd name="connsiteX0" fmla="*/ 878053 w 1756107"/>
              <a:gd name="connsiteY0" fmla="*/ 0 h 2037084"/>
              <a:gd name="connsiteX1" fmla="*/ 1756107 w 1756107"/>
              <a:gd name="connsiteY1" fmla="*/ 439027 h 2037084"/>
              <a:gd name="connsiteX2" fmla="*/ 1756107 w 1756107"/>
              <a:gd name="connsiteY2" fmla="*/ 1598057 h 2037084"/>
              <a:gd name="connsiteX3" fmla="*/ 878053 w 1756107"/>
              <a:gd name="connsiteY3" fmla="*/ 2037084 h 2037084"/>
              <a:gd name="connsiteX4" fmla="*/ 0 w 1756107"/>
              <a:gd name="connsiteY4" fmla="*/ 1598057 h 2037084"/>
              <a:gd name="connsiteX5" fmla="*/ 0 w 1756107"/>
              <a:gd name="connsiteY5" fmla="*/ 439027 h 2037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07" h="2037084">
                <a:moveTo>
                  <a:pt x="878053" y="0"/>
                </a:moveTo>
                <a:lnTo>
                  <a:pt x="1756107" y="439027"/>
                </a:lnTo>
                <a:lnTo>
                  <a:pt x="1756107" y="1598057"/>
                </a:lnTo>
                <a:lnTo>
                  <a:pt x="878053" y="2037084"/>
                </a:lnTo>
                <a:lnTo>
                  <a:pt x="0" y="1598057"/>
                </a:lnTo>
                <a:lnTo>
                  <a:pt x="0" y="439027"/>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
        <p:nvSpPr>
          <p:cNvPr id="7"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168690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500"/>
                                  </p:stCondLst>
                                  <p:endCondLst>
                                    <p:cond evt="begin" delay="0">
                                      <p:tn val="9"/>
                                    </p:cond>
                                  </p:end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ppt_x"/>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7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750" fill="hold"/>
                                        <p:tgtEl>
                                          <p:spTgt spid="18"/>
                                        </p:tgtEl>
                                        <p:attrNameLst>
                                          <p:attrName>ppt_x</p:attrName>
                                        </p:attrNameLst>
                                      </p:cBhvr>
                                      <p:tavLst>
                                        <p:tav tm="0">
                                          <p:val>
                                            <p:strVal val="#ppt_x"/>
                                          </p:val>
                                        </p:tav>
                                        <p:tav tm="100000">
                                          <p:val>
                                            <p:strVal val="#ppt_x"/>
                                          </p:val>
                                        </p:tav>
                                      </p:tavLst>
                                    </p:anim>
                                    <p:anim calcmode="lin" valueType="num">
                                      <p:cBhvr additive="base">
                                        <p:cTn id="16" dur="75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1000"/>
                                  </p:stCondLst>
                                  <p:endCondLst>
                                    <p:cond evt="begin" delay="0">
                                      <p:tn val="17"/>
                                    </p:cond>
                                  </p:end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750" fill="hold"/>
                                        <p:tgtEl>
                                          <p:spTgt spid="19"/>
                                        </p:tgtEl>
                                        <p:attrNameLst>
                                          <p:attrName>ppt_x</p:attrName>
                                        </p:attrNameLst>
                                      </p:cBhvr>
                                      <p:tavLst>
                                        <p:tav tm="0">
                                          <p:val>
                                            <p:strVal val="#ppt_x"/>
                                          </p:val>
                                        </p:tav>
                                        <p:tav tm="100000">
                                          <p:val>
                                            <p:strVal val="#ppt_x"/>
                                          </p:val>
                                        </p:tav>
                                      </p:tavLst>
                                    </p:anim>
                                    <p:anim calcmode="lin" valueType="num">
                                      <p:cBhvr additive="base">
                                        <p:cTn id="20" dur="75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17" grpId="0"/>
      <p:bldP spid="7"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8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8213725" cy="6858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7" name="Picture Placeholder 6"/>
          <p:cNvSpPr>
            <a:spLocks noGrp="1"/>
          </p:cNvSpPr>
          <p:nvPr>
            <p:ph type="pic" sz="quarter" idx="11"/>
          </p:nvPr>
        </p:nvSpPr>
        <p:spPr>
          <a:xfrm>
            <a:off x="8213725" y="0"/>
            <a:ext cx="3978275" cy="3429000"/>
          </a:xfrm>
          <a:prstGeom prst="rect">
            <a:avLst/>
          </a:prstGeom>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57334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150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11" name="Picture Placeholder 10"/>
          <p:cNvSpPr>
            <a:spLocks noGrp="1"/>
          </p:cNvSpPr>
          <p:nvPr>
            <p:ph type="pic" sz="quarter" idx="12"/>
          </p:nvPr>
        </p:nvSpPr>
        <p:spPr>
          <a:xfrm>
            <a:off x="3904592"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12" name="Picture Placeholder 11"/>
          <p:cNvSpPr>
            <a:spLocks noGrp="1"/>
          </p:cNvSpPr>
          <p:nvPr>
            <p:ph type="pic" sz="quarter" idx="13"/>
          </p:nvPr>
        </p:nvSpPr>
        <p:spPr>
          <a:xfrm>
            <a:off x="6411309"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13" name="Picture Placeholder 12"/>
          <p:cNvSpPr>
            <a:spLocks noGrp="1"/>
          </p:cNvSpPr>
          <p:nvPr>
            <p:ph type="pic" sz="quarter" idx="14"/>
          </p:nvPr>
        </p:nvSpPr>
        <p:spPr>
          <a:xfrm>
            <a:off x="8918025"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10" name="Picture Placeholder 9"/>
          <p:cNvSpPr>
            <a:spLocks noGrp="1"/>
          </p:cNvSpPr>
          <p:nvPr>
            <p:ph type="pic" sz="quarter" idx="11"/>
          </p:nvPr>
        </p:nvSpPr>
        <p:spPr>
          <a:xfrm>
            <a:off x="1397876" y="2637775"/>
            <a:ext cx="1876096" cy="1876096"/>
          </a:xfrm>
          <a:custGeom>
            <a:avLst/>
            <a:gdLst>
              <a:gd name="connsiteX0" fmla="*/ 938048 w 1876096"/>
              <a:gd name="connsiteY0" fmla="*/ 0 h 1876096"/>
              <a:gd name="connsiteX1" fmla="*/ 1876096 w 1876096"/>
              <a:gd name="connsiteY1" fmla="*/ 938048 h 1876096"/>
              <a:gd name="connsiteX2" fmla="*/ 938048 w 1876096"/>
              <a:gd name="connsiteY2" fmla="*/ 1876096 h 1876096"/>
              <a:gd name="connsiteX3" fmla="*/ 0 w 1876096"/>
              <a:gd name="connsiteY3" fmla="*/ 938048 h 1876096"/>
              <a:gd name="connsiteX4" fmla="*/ 938048 w 1876096"/>
              <a:gd name="connsiteY4" fmla="*/ 0 h 187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6096" h="1876096">
                <a:moveTo>
                  <a:pt x="938048" y="0"/>
                </a:moveTo>
                <a:cubicBezTo>
                  <a:pt x="1456118" y="0"/>
                  <a:pt x="1876096" y="419978"/>
                  <a:pt x="1876096" y="938048"/>
                </a:cubicBezTo>
                <a:cubicBezTo>
                  <a:pt x="1876096" y="1456118"/>
                  <a:pt x="1456118" y="1876096"/>
                  <a:pt x="938048" y="1876096"/>
                </a:cubicBezTo>
                <a:cubicBezTo>
                  <a:pt x="419978" y="1876096"/>
                  <a:pt x="0" y="1456118"/>
                  <a:pt x="0" y="938048"/>
                </a:cubicBezTo>
                <a:cubicBezTo>
                  <a:pt x="0" y="419978"/>
                  <a:pt x="419978" y="0"/>
                  <a:pt x="938048"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
        <p:nvSpPr>
          <p:cNvPr id="8"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429358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nodePh="1">
                                  <p:stCondLst>
                                    <p:cond delay="75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150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250"/>
                                  </p:stCondLst>
                                  <p:endCondLst>
                                    <p:cond evt="begin" delay="0">
                                      <p:tn val="17"/>
                                    </p:cond>
                                  </p:end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ppt_x"/>
                                          </p:val>
                                        </p:tav>
                                        <p:tav tm="100000">
                                          <p:val>
                                            <p:strVal val="#ppt_x"/>
                                          </p:val>
                                        </p:tav>
                                      </p:tavLst>
                                    </p:anim>
                                    <p:anim calcmode="lin" valueType="num">
                                      <p:cBhvr additive="base">
                                        <p:cTn id="20" dur="75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3000"/>
                                  </p:stCondLst>
                                  <p:endCondLst>
                                    <p:cond evt="begin" delay="0">
                                      <p:tn val="21"/>
                                    </p:cond>
                                  </p:end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750" fill="hold"/>
                                        <p:tgtEl>
                                          <p:spTgt spid="13"/>
                                        </p:tgtEl>
                                        <p:attrNameLst>
                                          <p:attrName>ppt_x</p:attrName>
                                        </p:attrNameLst>
                                      </p:cBhvr>
                                      <p:tavLst>
                                        <p:tav tm="0">
                                          <p:val>
                                            <p:strVal val="#ppt_x"/>
                                          </p:val>
                                        </p:tav>
                                        <p:tav tm="100000">
                                          <p:val>
                                            <p:strVal val="#ppt_x"/>
                                          </p:val>
                                        </p:tav>
                                      </p:tavLst>
                                    </p:anim>
                                    <p:anim calcmode="lin" valueType="num">
                                      <p:cBhvr additive="base">
                                        <p:cTn id="24"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0" grpId="0"/>
      <p:bldP spid="8"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0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064000" y="0"/>
            <a:ext cx="8128000" cy="6858000"/>
          </a:xfrm>
          <a:prstGeom prst="rect">
            <a:avLst/>
          </a:prstGeom>
        </p:spPr>
        <p:txBody>
          <a:bodyPr/>
          <a:lstStyle>
            <a:lvl1pPr marL="0" indent="0">
              <a:buNone/>
              <a:defRPr sz="2000">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152347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200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1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9" name="Picture Placeholder 8"/>
          <p:cNvSpPr>
            <a:spLocks noGrp="1"/>
          </p:cNvSpPr>
          <p:nvPr>
            <p:ph type="pic" sz="quarter" idx="11"/>
          </p:nvPr>
        </p:nvSpPr>
        <p:spPr>
          <a:xfrm>
            <a:off x="1093788"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
        <p:nvSpPr>
          <p:cNvPr id="10" name="Picture Placeholder 8"/>
          <p:cNvSpPr>
            <a:spLocks noGrp="1"/>
          </p:cNvSpPr>
          <p:nvPr>
            <p:ph type="pic" sz="quarter" idx="12"/>
          </p:nvPr>
        </p:nvSpPr>
        <p:spPr>
          <a:xfrm>
            <a:off x="3867150"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
        <p:nvSpPr>
          <p:cNvPr id="11" name="Picture Placeholder 8"/>
          <p:cNvSpPr>
            <a:spLocks noGrp="1"/>
          </p:cNvSpPr>
          <p:nvPr>
            <p:ph type="pic" sz="quarter" idx="13"/>
          </p:nvPr>
        </p:nvSpPr>
        <p:spPr>
          <a:xfrm>
            <a:off x="6640512"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
        <p:nvSpPr>
          <p:cNvPr id="12" name="Picture Placeholder 8"/>
          <p:cNvSpPr>
            <a:spLocks noGrp="1"/>
          </p:cNvSpPr>
          <p:nvPr>
            <p:ph type="pic" sz="quarter" idx="14"/>
          </p:nvPr>
        </p:nvSpPr>
        <p:spPr>
          <a:xfrm>
            <a:off x="9413217" y="4083050"/>
            <a:ext cx="2773362" cy="2774950"/>
          </a:xfrm>
          <a:prstGeom prst="rect">
            <a:avLst/>
          </a:prstGeom>
          <a:effectLst>
            <a:outerShdw blurRad="63500" algn="ctr" rotWithShape="0">
              <a:schemeClr val="tx1">
                <a:lumMod val="75000"/>
                <a:lumOff val="25000"/>
                <a:alpha val="40000"/>
              </a:schemeClr>
            </a:outerShdw>
          </a:effectLst>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51151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00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25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50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ppt_x"/>
                                          </p:val>
                                        </p:tav>
                                        <p:tav tm="100000">
                                          <p:val>
                                            <p:strVal val="#ppt_x"/>
                                          </p:val>
                                        </p:tav>
                                      </p:tavLst>
                                    </p:anim>
                                    <p:anim calcmode="lin" valueType="num">
                                      <p:cBhvr additive="base">
                                        <p:cTn id="16" dur="75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750"/>
                                  </p:stCondLst>
                                  <p:endCondLst>
                                    <p:cond evt="begin" delay="0">
                                      <p:tn val="17"/>
                                    </p:cond>
                                  </p:end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ppt_x"/>
                                          </p:val>
                                        </p:tav>
                                        <p:tav tm="100000">
                                          <p:val>
                                            <p:strVal val="#ppt_x"/>
                                          </p:val>
                                        </p:tav>
                                      </p:tavLst>
                                    </p:anim>
                                    <p:anim calcmode="lin" valueType="num">
                                      <p:cBhvr additive="base">
                                        <p:cTn id="20" dur="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0" name="Picture Placeholder 7"/>
          <p:cNvSpPr>
            <a:spLocks noGrp="1"/>
          </p:cNvSpPr>
          <p:nvPr>
            <p:ph type="pic" sz="quarter" idx="13"/>
          </p:nvPr>
        </p:nvSpPr>
        <p:spPr>
          <a:xfrm>
            <a:off x="0" y="0"/>
            <a:ext cx="12192000" cy="6858000"/>
          </a:xfrm>
          <a:prstGeom prst="rect">
            <a:avLst/>
          </a:prstGeom>
        </p:spPr>
        <p:txBody>
          <a:bodyPr/>
          <a:lstStyle>
            <a:lvl1pPr marL="0" indent="0">
              <a:buNone/>
              <a:defRPr>
                <a:solidFill>
                  <a:schemeClr val="tx1">
                    <a:lumMod val="50000"/>
                    <a:lumOff val="50000"/>
                  </a:schemeClr>
                </a:solidFill>
              </a:defRPr>
            </a:lvl1pPr>
          </a:lstStyle>
          <a:p>
            <a:endParaRPr lang="id-ID"/>
          </a:p>
        </p:txBody>
      </p:sp>
      <p:sp>
        <p:nvSpPr>
          <p:cNvPr id="16" name="Picture Placeholder 15"/>
          <p:cNvSpPr>
            <a:spLocks noGrp="1"/>
          </p:cNvSpPr>
          <p:nvPr>
            <p:ph type="pic" sz="quarter" idx="11"/>
          </p:nvPr>
        </p:nvSpPr>
        <p:spPr>
          <a:xfrm>
            <a:off x="4176434" y="1706887"/>
            <a:ext cx="762000" cy="762000"/>
          </a:xfrm>
          <a:custGeom>
            <a:avLst/>
            <a:gdLst>
              <a:gd name="connsiteX0" fmla="*/ 504497 w 1008994"/>
              <a:gd name="connsiteY0" fmla="*/ 0 h 1008994"/>
              <a:gd name="connsiteX1" fmla="*/ 1008994 w 1008994"/>
              <a:gd name="connsiteY1" fmla="*/ 504497 h 1008994"/>
              <a:gd name="connsiteX2" fmla="*/ 504497 w 1008994"/>
              <a:gd name="connsiteY2" fmla="*/ 1008994 h 1008994"/>
              <a:gd name="connsiteX3" fmla="*/ 0 w 1008994"/>
              <a:gd name="connsiteY3" fmla="*/ 504497 h 1008994"/>
              <a:gd name="connsiteX4" fmla="*/ 504497 w 1008994"/>
              <a:gd name="connsiteY4" fmla="*/ 0 h 100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94" h="1008994">
                <a:moveTo>
                  <a:pt x="504497" y="0"/>
                </a:moveTo>
                <a:cubicBezTo>
                  <a:pt x="783123" y="0"/>
                  <a:pt x="1008994" y="225871"/>
                  <a:pt x="1008994" y="504497"/>
                </a:cubicBezTo>
                <a:cubicBezTo>
                  <a:pt x="1008994" y="783123"/>
                  <a:pt x="783123" y="1008994"/>
                  <a:pt x="504497" y="1008994"/>
                </a:cubicBezTo>
                <a:cubicBezTo>
                  <a:pt x="225871" y="1008994"/>
                  <a:pt x="0" y="783123"/>
                  <a:pt x="0" y="504497"/>
                </a:cubicBezTo>
                <a:cubicBezTo>
                  <a:pt x="0" y="225871"/>
                  <a:pt x="225871" y="0"/>
                  <a:pt x="504497"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7" name="Picture Placeholder 16"/>
          <p:cNvSpPr>
            <a:spLocks noGrp="1"/>
          </p:cNvSpPr>
          <p:nvPr>
            <p:ph type="pic" sz="quarter" idx="12"/>
          </p:nvPr>
        </p:nvSpPr>
        <p:spPr>
          <a:xfrm>
            <a:off x="7253568" y="1706887"/>
            <a:ext cx="762000" cy="762000"/>
          </a:xfrm>
          <a:custGeom>
            <a:avLst/>
            <a:gdLst>
              <a:gd name="connsiteX0" fmla="*/ 504497 w 1008994"/>
              <a:gd name="connsiteY0" fmla="*/ 0 h 1008994"/>
              <a:gd name="connsiteX1" fmla="*/ 1008994 w 1008994"/>
              <a:gd name="connsiteY1" fmla="*/ 504497 h 1008994"/>
              <a:gd name="connsiteX2" fmla="*/ 504497 w 1008994"/>
              <a:gd name="connsiteY2" fmla="*/ 1008994 h 1008994"/>
              <a:gd name="connsiteX3" fmla="*/ 0 w 1008994"/>
              <a:gd name="connsiteY3" fmla="*/ 504497 h 1008994"/>
              <a:gd name="connsiteX4" fmla="*/ 504497 w 1008994"/>
              <a:gd name="connsiteY4" fmla="*/ 0 h 100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94" h="1008994">
                <a:moveTo>
                  <a:pt x="504497" y="0"/>
                </a:moveTo>
                <a:cubicBezTo>
                  <a:pt x="783123" y="0"/>
                  <a:pt x="1008994" y="225871"/>
                  <a:pt x="1008994" y="504497"/>
                </a:cubicBezTo>
                <a:cubicBezTo>
                  <a:pt x="1008994" y="783123"/>
                  <a:pt x="783123" y="1008994"/>
                  <a:pt x="504497" y="1008994"/>
                </a:cubicBezTo>
                <a:cubicBezTo>
                  <a:pt x="225871" y="1008994"/>
                  <a:pt x="0" y="783123"/>
                  <a:pt x="0" y="504497"/>
                </a:cubicBezTo>
                <a:cubicBezTo>
                  <a:pt x="0" y="225871"/>
                  <a:pt x="225871" y="0"/>
                  <a:pt x="504497" y="0"/>
                </a:cubicBezTo>
                <a:close/>
              </a:path>
            </a:pathLst>
          </a:custGeom>
        </p:spPr>
        <p:txBody>
          <a:bodyPr wrap="square">
            <a:noAutofit/>
          </a:bodyPr>
          <a:lstStyle>
            <a:lvl1pPr marL="0" indent="0">
              <a:buNone/>
              <a:defRPr sz="1600">
                <a:solidFill>
                  <a:schemeClr val="bg1">
                    <a:lumMod val="65000"/>
                  </a:schemeClr>
                </a:solidFill>
              </a:defRPr>
            </a:lvl1pPr>
          </a:lstStyle>
          <a:p>
            <a:endParaRPr lang="id-ID"/>
          </a:p>
        </p:txBody>
      </p:sp>
      <p:sp>
        <p:nvSpPr>
          <p:cNvPr id="15" name="Picture Placeholder 14"/>
          <p:cNvSpPr>
            <a:spLocks noGrp="1"/>
          </p:cNvSpPr>
          <p:nvPr>
            <p:ph type="pic" sz="quarter" idx="10"/>
          </p:nvPr>
        </p:nvSpPr>
        <p:spPr>
          <a:xfrm>
            <a:off x="5591504" y="1583390"/>
            <a:ext cx="1008994" cy="1008994"/>
          </a:xfrm>
          <a:custGeom>
            <a:avLst/>
            <a:gdLst>
              <a:gd name="connsiteX0" fmla="*/ 504497 w 1008994"/>
              <a:gd name="connsiteY0" fmla="*/ 0 h 1008994"/>
              <a:gd name="connsiteX1" fmla="*/ 1008994 w 1008994"/>
              <a:gd name="connsiteY1" fmla="*/ 504497 h 1008994"/>
              <a:gd name="connsiteX2" fmla="*/ 504497 w 1008994"/>
              <a:gd name="connsiteY2" fmla="*/ 1008994 h 1008994"/>
              <a:gd name="connsiteX3" fmla="*/ 0 w 1008994"/>
              <a:gd name="connsiteY3" fmla="*/ 504497 h 1008994"/>
              <a:gd name="connsiteX4" fmla="*/ 504497 w 1008994"/>
              <a:gd name="connsiteY4" fmla="*/ 0 h 1008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94" h="1008994">
                <a:moveTo>
                  <a:pt x="504497" y="0"/>
                </a:moveTo>
                <a:cubicBezTo>
                  <a:pt x="783123" y="0"/>
                  <a:pt x="1008994" y="225871"/>
                  <a:pt x="1008994" y="504497"/>
                </a:cubicBezTo>
                <a:cubicBezTo>
                  <a:pt x="1008994" y="783123"/>
                  <a:pt x="783123" y="1008994"/>
                  <a:pt x="504497" y="1008994"/>
                </a:cubicBezTo>
                <a:cubicBezTo>
                  <a:pt x="225871" y="1008994"/>
                  <a:pt x="0" y="783123"/>
                  <a:pt x="0" y="504497"/>
                </a:cubicBezTo>
                <a:cubicBezTo>
                  <a:pt x="0" y="225871"/>
                  <a:pt x="225871" y="0"/>
                  <a:pt x="504497" y="0"/>
                </a:cubicBezTo>
                <a:close/>
              </a:path>
            </a:pathLst>
          </a:custGeom>
          <a:effectLst>
            <a:outerShdw blurRad="381000" algn="ctr" rotWithShape="0">
              <a:schemeClr val="tx1">
                <a:lumMod val="75000"/>
                <a:lumOff val="25000"/>
                <a:alpha val="40000"/>
              </a:schemeClr>
            </a:outerShdw>
          </a:effectLst>
        </p:spPr>
        <p:txBody>
          <a:bodyPr wrap="square">
            <a:noAutofit/>
          </a:bodyPr>
          <a:lstStyle>
            <a:lvl1pPr marL="0" indent="0">
              <a:buNone/>
              <a:defRPr sz="1600">
                <a:solidFill>
                  <a:schemeClr val="bg1">
                    <a:lumMod val="65000"/>
                  </a:schemeClr>
                </a:solidFill>
              </a:defRPr>
            </a:lvl1pPr>
          </a:lstStyle>
          <a:p>
            <a:endParaRPr lang="id-ID"/>
          </a:p>
        </p:txBody>
      </p:sp>
    </p:spTree>
    <p:extLst>
      <p:ext uri="{BB962C8B-B14F-4D97-AF65-F5344CB8AC3E}">
        <p14:creationId xmlns:p14="http://schemas.microsoft.com/office/powerpoint/2010/main" val="214536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75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grpId="0" nodeType="withEffect" nodePh="1">
                                  <p:stCondLst>
                                    <p:cond delay="750"/>
                                  </p:stCondLst>
                                  <p:endCondLst>
                                    <p:cond evt="begin" delay="0">
                                      <p:tn val="10"/>
                                    </p:cond>
                                  </p:end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nodePh="1">
                                  <p:stCondLst>
                                    <p:cond delay="750"/>
                                  </p:stCondLst>
                                  <p:endCondLst>
                                    <p:cond evt="begin" delay="0">
                                      <p:tn val="15"/>
                                    </p:cond>
                                  </p:end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5" grpId="0"/>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1"/>
          </p:nvPr>
        </p:nvSpPr>
        <p:spPr>
          <a:xfrm>
            <a:off x="4732338" y="1876425"/>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3" name="Picture Placeholder 11"/>
          <p:cNvSpPr>
            <a:spLocks noGrp="1"/>
          </p:cNvSpPr>
          <p:nvPr>
            <p:ph type="pic" sz="quarter" idx="12"/>
          </p:nvPr>
        </p:nvSpPr>
        <p:spPr>
          <a:xfrm>
            <a:off x="7217419" y="1876425"/>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4" name="Picture Placeholder 11"/>
          <p:cNvSpPr>
            <a:spLocks noGrp="1"/>
          </p:cNvSpPr>
          <p:nvPr>
            <p:ph type="pic" sz="quarter" idx="13"/>
          </p:nvPr>
        </p:nvSpPr>
        <p:spPr>
          <a:xfrm>
            <a:off x="9701818" y="1876425"/>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5" name="Picture Placeholder 11"/>
          <p:cNvSpPr>
            <a:spLocks noGrp="1"/>
          </p:cNvSpPr>
          <p:nvPr>
            <p:ph type="pic" sz="quarter" idx="14"/>
          </p:nvPr>
        </p:nvSpPr>
        <p:spPr>
          <a:xfrm>
            <a:off x="4732338" y="4357662"/>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6" name="Picture Placeholder 11"/>
          <p:cNvSpPr>
            <a:spLocks noGrp="1"/>
          </p:cNvSpPr>
          <p:nvPr>
            <p:ph type="pic" sz="quarter" idx="15"/>
          </p:nvPr>
        </p:nvSpPr>
        <p:spPr>
          <a:xfrm>
            <a:off x="7217419" y="4357662"/>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7" name="Picture Placeholder 11"/>
          <p:cNvSpPr>
            <a:spLocks noGrp="1"/>
          </p:cNvSpPr>
          <p:nvPr>
            <p:ph type="pic" sz="quarter" idx="16"/>
          </p:nvPr>
        </p:nvSpPr>
        <p:spPr>
          <a:xfrm>
            <a:off x="9701818" y="4357662"/>
            <a:ext cx="2487612" cy="2495550"/>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10"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411406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150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1+#ppt_w/2"/>
                                          </p:val>
                                        </p:tav>
                                        <p:tav tm="100000">
                                          <p:val>
                                            <p:strVal val="#ppt_x"/>
                                          </p:val>
                                        </p:tav>
                                      </p:tavLst>
                                    </p:anim>
                                    <p:anim calcmode="lin" valueType="num">
                                      <p:cBhvr additive="base">
                                        <p:cTn id="8" dur="75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nodePh="1">
                                  <p:stCondLst>
                                    <p:cond delay="1750"/>
                                  </p:stCondLst>
                                  <p:endCondLst>
                                    <p:cond evt="begin" delay="0">
                                      <p:tn val="9"/>
                                    </p:cond>
                                  </p:end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nodePh="1">
                                  <p:stCondLst>
                                    <p:cond delay="2000"/>
                                  </p:stCondLst>
                                  <p:endCondLst>
                                    <p:cond evt="begin" delay="0">
                                      <p:tn val="13"/>
                                    </p:cond>
                                  </p:end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750" fill="hold"/>
                                        <p:tgtEl>
                                          <p:spTgt spid="14"/>
                                        </p:tgtEl>
                                        <p:attrNameLst>
                                          <p:attrName>ppt_x</p:attrName>
                                        </p:attrNameLst>
                                      </p:cBhvr>
                                      <p:tavLst>
                                        <p:tav tm="0">
                                          <p:val>
                                            <p:strVal val="1+#ppt_w/2"/>
                                          </p:val>
                                        </p:tav>
                                        <p:tav tm="100000">
                                          <p:val>
                                            <p:strVal val="#ppt_x"/>
                                          </p:val>
                                        </p:tav>
                                      </p:tavLst>
                                    </p:anim>
                                    <p:anim calcmode="lin" valueType="num">
                                      <p:cBhvr additive="base">
                                        <p:cTn id="16" dur="750" fill="hold"/>
                                        <p:tgtEl>
                                          <p:spTgt spid="14"/>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2250"/>
                                  </p:stCondLst>
                                  <p:endCondLst>
                                    <p:cond evt="begin" delay="0">
                                      <p:tn val="17"/>
                                    </p:cond>
                                  </p:end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750" fill="hold"/>
                                        <p:tgtEl>
                                          <p:spTgt spid="15"/>
                                        </p:tgtEl>
                                        <p:attrNameLst>
                                          <p:attrName>ppt_x</p:attrName>
                                        </p:attrNameLst>
                                      </p:cBhvr>
                                      <p:tavLst>
                                        <p:tav tm="0">
                                          <p:val>
                                            <p:strVal val="1+#ppt_w/2"/>
                                          </p:val>
                                        </p:tav>
                                        <p:tav tm="100000">
                                          <p:val>
                                            <p:strVal val="#ppt_x"/>
                                          </p:val>
                                        </p:tav>
                                      </p:tavLst>
                                    </p:anim>
                                    <p:anim calcmode="lin" valueType="num">
                                      <p:cBhvr additive="base">
                                        <p:cTn id="20" dur="750" fill="hold"/>
                                        <p:tgtEl>
                                          <p:spTgt spid="1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2500"/>
                                  </p:stCondLst>
                                  <p:endCondLst>
                                    <p:cond evt="begin" delay="0">
                                      <p:tn val="21"/>
                                    </p:cond>
                                  </p:end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750" fill="hold"/>
                                        <p:tgtEl>
                                          <p:spTgt spid="16"/>
                                        </p:tgtEl>
                                        <p:attrNameLst>
                                          <p:attrName>ppt_x</p:attrName>
                                        </p:attrNameLst>
                                      </p:cBhvr>
                                      <p:tavLst>
                                        <p:tav tm="0">
                                          <p:val>
                                            <p:strVal val="1+#ppt_w/2"/>
                                          </p:val>
                                        </p:tav>
                                        <p:tav tm="100000">
                                          <p:val>
                                            <p:strVal val="#ppt_x"/>
                                          </p:val>
                                        </p:tav>
                                      </p:tavLst>
                                    </p:anim>
                                    <p:anim calcmode="lin" valueType="num">
                                      <p:cBhvr additive="base">
                                        <p:cTn id="24" dur="750" fill="hold"/>
                                        <p:tgtEl>
                                          <p:spTgt spid="1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275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750" fill="hold"/>
                                        <p:tgtEl>
                                          <p:spTgt spid="17"/>
                                        </p:tgtEl>
                                        <p:attrNameLst>
                                          <p:attrName>ppt_x</p:attrName>
                                        </p:attrNameLst>
                                      </p:cBhvr>
                                      <p:tavLst>
                                        <p:tav tm="0">
                                          <p:val>
                                            <p:strVal val="1+#ppt_w/2"/>
                                          </p:val>
                                        </p:tav>
                                        <p:tav tm="100000">
                                          <p:val>
                                            <p:strVal val="#ppt_x"/>
                                          </p:val>
                                        </p:tav>
                                      </p:tavLst>
                                    </p:anim>
                                    <p:anim calcmode="lin" valueType="num">
                                      <p:cBhvr additive="base">
                                        <p:cTn id="28" dur="750" fill="hold"/>
                                        <p:tgtEl>
                                          <p:spTgt spid="17"/>
                                        </p:tgtEl>
                                        <p:attrNameLst>
                                          <p:attrName>ppt_y</p:attrName>
                                        </p:attrNameLst>
                                      </p:cBhvr>
                                      <p:tavLst>
                                        <p:tav tm="0">
                                          <p:val>
                                            <p:strVal val="#ppt_y"/>
                                          </p:val>
                                        </p:tav>
                                        <p:tav tm="100000">
                                          <p:val>
                                            <p:strVal val="#ppt_y"/>
                                          </p:val>
                                        </p:tav>
                                      </p:tavLst>
                                    </p:anim>
                                  </p:childTnLst>
                                </p:cTn>
                              </p:par>
                              <p:par>
                                <p:cTn id="29" presetID="2" presetClass="entr" presetSubtype="1" decel="100000" fill="hold" grpId="0" nodeType="withEffect" nodePh="1">
                                  <p:stCondLst>
                                    <p:cond delay="250"/>
                                  </p:stCondLst>
                                  <p:endCondLst>
                                    <p:cond evt="begin" delay="0">
                                      <p:tn val="29"/>
                                    </p:cond>
                                  </p:endCondLst>
                                  <p:childTnLst>
                                    <p:set>
                                      <p:cBhvr>
                                        <p:cTn id="30" dur="1" fill="hold">
                                          <p:stCondLst>
                                            <p:cond delay="0"/>
                                          </p:stCondLst>
                                        </p:cTn>
                                        <p:tgtEl>
                                          <p:spTgt spid="10">
                                            <p:txEl>
                                              <p:pRg st="0" end="0"/>
                                            </p:txEl>
                                          </p:spTgt>
                                        </p:tgtEl>
                                        <p:attrNameLst>
                                          <p:attrName>style.visibility</p:attrName>
                                        </p:attrNameLst>
                                      </p:cBhvr>
                                      <p:to>
                                        <p:strVal val="visible"/>
                                      </p:to>
                                    </p:set>
                                    <p:anim calcmode="lin" valueType="num">
                                      <p:cBhvr additive="base">
                                        <p:cTn id="3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0"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5230813" y="2143125"/>
            <a:ext cx="6340475" cy="1241425"/>
          </a:xfrm>
          <a:prstGeom prst="rect">
            <a:avLst/>
          </a:prstGeom>
        </p:spPr>
        <p:txBody>
          <a:bodyPr/>
          <a:lstStyle>
            <a:lvl1pPr marL="0" indent="0">
              <a:buNone/>
              <a:defRPr sz="1800"/>
            </a:lvl1pPr>
          </a:lstStyle>
          <a:p>
            <a:endParaRPr lang="id-ID"/>
          </a:p>
        </p:txBody>
      </p:sp>
    </p:spTree>
    <p:extLst>
      <p:ext uri="{BB962C8B-B14F-4D97-AF65-F5344CB8AC3E}">
        <p14:creationId xmlns:p14="http://schemas.microsoft.com/office/powerpoint/2010/main" val="60606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nodePh="1">
                                  <p:stCondLst>
                                    <p:cond delay="225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35_Title and Content">
    <p:spTree>
      <p:nvGrpSpPr>
        <p:cNvPr id="1" name=""/>
        <p:cNvGrpSpPr/>
        <p:nvPr/>
      </p:nvGrpSpPr>
      <p:grpSpPr>
        <a:xfrm>
          <a:off x="0" y="0"/>
          <a:ext cx="0" cy="0"/>
          <a:chOff x="0" y="0"/>
          <a:chExt cx="0" cy="0"/>
        </a:xfrm>
      </p:grpSpPr>
      <p:sp>
        <p:nvSpPr>
          <p:cNvPr id="2" name="Picture Placeholder 6"/>
          <p:cNvSpPr>
            <a:spLocks noGrp="1"/>
          </p:cNvSpPr>
          <p:nvPr>
            <p:ph type="pic" sz="quarter" idx="10"/>
          </p:nvPr>
        </p:nvSpPr>
        <p:spPr>
          <a:xfrm>
            <a:off x="2" y="0"/>
            <a:ext cx="3243263" cy="3429000"/>
          </a:xfrm>
          <a:prstGeom prst="rect">
            <a:avLst/>
          </a:prstGeom>
        </p:spPr>
        <p:txBody>
          <a:bodyPr/>
          <a:lstStyle>
            <a:lvl1pPr marL="0" indent="0">
              <a:buNone/>
              <a:defRPr sz="1800">
                <a:solidFill>
                  <a:schemeClr val="tx1">
                    <a:lumMod val="65000"/>
                    <a:lumOff val="35000"/>
                  </a:schemeClr>
                </a:solidFill>
              </a:defRPr>
            </a:lvl1pPr>
          </a:lstStyle>
          <a:p>
            <a:endParaRPr lang="id-ID"/>
          </a:p>
        </p:txBody>
      </p:sp>
      <p:sp>
        <p:nvSpPr>
          <p:cNvPr id="3" name="Picture Placeholder 6"/>
          <p:cNvSpPr>
            <a:spLocks noGrp="1"/>
          </p:cNvSpPr>
          <p:nvPr>
            <p:ph type="pic" sz="quarter" idx="11"/>
          </p:nvPr>
        </p:nvSpPr>
        <p:spPr>
          <a:xfrm>
            <a:off x="2" y="3429000"/>
            <a:ext cx="3243263" cy="3429000"/>
          </a:xfrm>
          <a:prstGeom prst="rect">
            <a:avLst/>
          </a:prstGeom>
        </p:spPr>
        <p:txBody>
          <a:bodyPr/>
          <a:lstStyle>
            <a:lvl1pPr marL="0" indent="0">
              <a:buNone/>
              <a:defRPr sz="1800">
                <a:solidFill>
                  <a:schemeClr val="tx1">
                    <a:lumMod val="65000"/>
                    <a:lumOff val="35000"/>
                  </a:schemeClr>
                </a:solidFill>
              </a:defRPr>
            </a:lvl1pPr>
          </a:lstStyle>
          <a:p>
            <a:endParaRPr lang="id-ID"/>
          </a:p>
        </p:txBody>
      </p:sp>
      <p:sp>
        <p:nvSpPr>
          <p:cNvPr id="4" name="Picture Placeholder 6"/>
          <p:cNvSpPr>
            <a:spLocks noGrp="1"/>
          </p:cNvSpPr>
          <p:nvPr>
            <p:ph type="pic" sz="quarter" idx="12"/>
          </p:nvPr>
        </p:nvSpPr>
        <p:spPr>
          <a:xfrm>
            <a:off x="3243262" y="0"/>
            <a:ext cx="4592201" cy="6858000"/>
          </a:xfrm>
          <a:prstGeom prst="rect">
            <a:avLst/>
          </a:prstGeom>
        </p:spPr>
        <p:txBody>
          <a:bodyPr/>
          <a:lstStyle>
            <a:lvl1pPr marL="0" indent="0">
              <a:buNone/>
              <a:defRPr sz="1800">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358852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nodePh="1">
                                  <p:stCondLst>
                                    <p:cond delay="25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nodePh="1">
                                  <p:stCondLst>
                                    <p:cond delay="500"/>
                                  </p:stCondLst>
                                  <p:endCondLst>
                                    <p:cond evt="begin" delay="0">
                                      <p:tn val="13"/>
                                    </p:cond>
                                  </p:end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fill="hold"/>
                                        <p:tgtEl>
                                          <p:spTgt spid="4"/>
                                        </p:tgtEl>
                                        <p:attrNameLst>
                                          <p:attrName>ppt_x</p:attrName>
                                        </p:attrNameLst>
                                      </p:cBhvr>
                                      <p:tavLst>
                                        <p:tav tm="0">
                                          <p:val>
                                            <p:strVal val="#ppt_x"/>
                                          </p:val>
                                        </p:tav>
                                        <p:tav tm="100000">
                                          <p:val>
                                            <p:strVal val="#ppt_x"/>
                                          </p:val>
                                        </p:tav>
                                      </p:tavLst>
                                    </p:anim>
                                    <p:anim calcmode="lin" valueType="num">
                                      <p:cBhvr additive="base">
                                        <p:cTn id="16"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6_Title and Content">
    <p:spTree>
      <p:nvGrpSpPr>
        <p:cNvPr id="1" name=""/>
        <p:cNvGrpSpPr/>
        <p:nvPr/>
      </p:nvGrpSpPr>
      <p:grpSpPr>
        <a:xfrm>
          <a:off x="0" y="0"/>
          <a:ext cx="0" cy="0"/>
          <a:chOff x="0" y="0"/>
          <a:chExt cx="0" cy="0"/>
        </a:xfrm>
      </p:grpSpPr>
      <p:sp>
        <p:nvSpPr>
          <p:cNvPr id="3" name="Parallelogram 2"/>
          <p:cNvSpPr/>
          <p:nvPr userDrawn="1"/>
        </p:nvSpPr>
        <p:spPr>
          <a:xfrm>
            <a:off x="6979050" y="-54227"/>
            <a:ext cx="7689450" cy="2478113"/>
          </a:xfrm>
          <a:prstGeom prst="parallelogram">
            <a:avLst>
              <a:gd name="adj" fmla="val 761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4" name="Parallelogram 3"/>
          <p:cNvSpPr/>
          <p:nvPr userDrawn="1"/>
        </p:nvSpPr>
        <p:spPr>
          <a:xfrm>
            <a:off x="-2402394" y="4379887"/>
            <a:ext cx="7689450" cy="2478113"/>
          </a:xfrm>
          <a:prstGeom prst="parallelogram">
            <a:avLst>
              <a:gd name="adj" fmla="val 7618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Picture Placeholder 6"/>
          <p:cNvSpPr>
            <a:spLocks noGrp="1"/>
          </p:cNvSpPr>
          <p:nvPr>
            <p:ph type="pic" sz="quarter" idx="10"/>
          </p:nvPr>
        </p:nvSpPr>
        <p:spPr>
          <a:xfrm>
            <a:off x="2912555" y="0"/>
            <a:ext cx="6366891" cy="6858000"/>
          </a:xfrm>
          <a:custGeom>
            <a:avLst/>
            <a:gdLst>
              <a:gd name="connsiteX0" fmla="*/ 3946819 w 6366890"/>
              <a:gd name="connsiteY0" fmla="*/ 2603978 h 6858000"/>
              <a:gd name="connsiteX1" fmla="*/ 6366890 w 6366890"/>
              <a:gd name="connsiteY1" fmla="*/ 2603978 h 6858000"/>
              <a:gd name="connsiteX2" fmla="*/ 3129111 w 6366890"/>
              <a:gd name="connsiteY2" fmla="*/ 6858000 h 6858000"/>
              <a:gd name="connsiteX3" fmla="*/ 709040 w 6366890"/>
              <a:gd name="connsiteY3" fmla="*/ 6858000 h 6858000"/>
              <a:gd name="connsiteX4" fmla="*/ 3262308 w 6366890"/>
              <a:gd name="connsiteY4" fmla="*/ 0 h 6858000"/>
              <a:gd name="connsiteX5" fmla="*/ 5700713 w 6366890"/>
              <a:gd name="connsiteY5" fmla="*/ 0 h 6858000"/>
              <a:gd name="connsiteX6" fmla="*/ 2438405 w 6366890"/>
              <a:gd name="connsiteY6" fmla="*/ 4286250 h 6858000"/>
              <a:gd name="connsiteX7" fmla="*/ 0 w 6366890"/>
              <a:gd name="connsiteY7" fmla="*/ 4286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66890" h="6858000">
                <a:moveTo>
                  <a:pt x="3946819" y="2603978"/>
                </a:moveTo>
                <a:lnTo>
                  <a:pt x="6366890" y="2603978"/>
                </a:lnTo>
                <a:lnTo>
                  <a:pt x="3129111" y="6858000"/>
                </a:lnTo>
                <a:lnTo>
                  <a:pt x="709040" y="6858000"/>
                </a:lnTo>
                <a:close/>
                <a:moveTo>
                  <a:pt x="3262308" y="0"/>
                </a:moveTo>
                <a:lnTo>
                  <a:pt x="5700713" y="0"/>
                </a:lnTo>
                <a:lnTo>
                  <a:pt x="2438405" y="4286250"/>
                </a:lnTo>
                <a:lnTo>
                  <a:pt x="0" y="4286250"/>
                </a:lnTo>
                <a:close/>
              </a:path>
            </a:pathLst>
          </a:custGeom>
        </p:spPr>
        <p:txBody>
          <a:bodyPr wrap="square">
            <a:noAutofit/>
          </a:bodyPr>
          <a:lstStyle>
            <a:lvl1pPr marL="0" indent="0">
              <a:buNone/>
              <a:defRPr sz="1800">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88103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750" fill="hold"/>
                                        <p:tgtEl>
                                          <p:spTgt spid="4"/>
                                        </p:tgtEl>
                                        <p:attrNameLst>
                                          <p:attrName>ppt_x</p:attrName>
                                        </p:attrNameLst>
                                      </p:cBhvr>
                                      <p:tavLst>
                                        <p:tav tm="0">
                                          <p:val>
                                            <p:strVal val="0-#ppt_w/2"/>
                                          </p:val>
                                        </p:tav>
                                        <p:tav tm="100000">
                                          <p:val>
                                            <p:strVal val="#ppt_x"/>
                                          </p:val>
                                        </p:tav>
                                      </p:tavLst>
                                    </p:anim>
                                    <p:anim calcmode="lin" valueType="num">
                                      <p:cBhvr additive="base">
                                        <p:cTn id="12" dur="75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1+#ppt_w/2"/>
                                          </p:val>
                                        </p:tav>
                                        <p:tav tm="100000">
                                          <p:val>
                                            <p:strVal val="#ppt_x"/>
                                          </p:val>
                                        </p:tav>
                                      </p:tavLst>
                                    </p:anim>
                                    <p:anim calcmode="lin" valueType="num">
                                      <p:cBhvr additive="base">
                                        <p:cTn id="16" dur="7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 grpId="0"/>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2" name="Picture Placeholder 8"/>
          <p:cNvSpPr>
            <a:spLocks noGrp="1"/>
          </p:cNvSpPr>
          <p:nvPr>
            <p:ph type="pic" sz="quarter" idx="13"/>
          </p:nvPr>
        </p:nvSpPr>
        <p:spPr>
          <a:xfrm>
            <a:off x="2487356" y="390832"/>
            <a:ext cx="2330450" cy="3021022"/>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3" name="Picture Placeholder 8"/>
          <p:cNvSpPr>
            <a:spLocks noGrp="1"/>
          </p:cNvSpPr>
          <p:nvPr>
            <p:ph type="pic" sz="quarter" idx="10"/>
          </p:nvPr>
        </p:nvSpPr>
        <p:spPr>
          <a:xfrm>
            <a:off x="0" y="0"/>
            <a:ext cx="2330450" cy="2286000"/>
          </a:xfrm>
          <a:prstGeom prst="rect">
            <a:avLst/>
          </a:prstGeom>
        </p:spPr>
        <p:txBody>
          <a:bodyPr/>
          <a:lstStyle>
            <a:lvl1pPr marL="0" indent="0">
              <a:buNone/>
              <a:defRPr sz="1800">
                <a:solidFill>
                  <a:schemeClr val="tx1">
                    <a:lumMod val="50000"/>
                    <a:lumOff val="50000"/>
                  </a:schemeClr>
                </a:solidFill>
              </a:defRPr>
            </a:lvl1pPr>
          </a:lstStyle>
          <a:p>
            <a:endParaRPr lang="id-ID" dirty="0"/>
          </a:p>
        </p:txBody>
      </p:sp>
      <p:sp>
        <p:nvSpPr>
          <p:cNvPr id="4" name="Picture Placeholder 8"/>
          <p:cNvSpPr>
            <a:spLocks noGrp="1"/>
          </p:cNvSpPr>
          <p:nvPr>
            <p:ph type="pic" sz="quarter" idx="11"/>
          </p:nvPr>
        </p:nvSpPr>
        <p:spPr>
          <a:xfrm>
            <a:off x="9861755" y="4572000"/>
            <a:ext cx="2330450" cy="2286000"/>
          </a:xfrm>
          <a:prstGeom prst="rect">
            <a:avLst/>
          </a:prstGeom>
        </p:spPr>
        <p:txBody>
          <a:bodyPr/>
          <a:lstStyle>
            <a:lvl1pPr marL="0" indent="0">
              <a:buNone/>
              <a:defRPr sz="1800">
                <a:solidFill>
                  <a:schemeClr val="tx1">
                    <a:lumMod val="50000"/>
                    <a:lumOff val="50000"/>
                  </a:schemeClr>
                </a:solidFill>
              </a:defRPr>
            </a:lvl1pPr>
          </a:lstStyle>
          <a:p>
            <a:endParaRPr lang="id-ID" dirty="0"/>
          </a:p>
        </p:txBody>
      </p:sp>
      <p:sp>
        <p:nvSpPr>
          <p:cNvPr id="5" name="Picture Placeholder 8"/>
          <p:cNvSpPr>
            <a:spLocks noGrp="1"/>
          </p:cNvSpPr>
          <p:nvPr>
            <p:ph type="pic" sz="quarter" idx="12"/>
          </p:nvPr>
        </p:nvSpPr>
        <p:spPr>
          <a:xfrm>
            <a:off x="7373989" y="3429000"/>
            <a:ext cx="2330450" cy="3021022"/>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6" name="Picture Placeholder 8"/>
          <p:cNvSpPr>
            <a:spLocks noGrp="1"/>
          </p:cNvSpPr>
          <p:nvPr>
            <p:ph type="pic" sz="quarter" idx="15"/>
          </p:nvPr>
        </p:nvSpPr>
        <p:spPr>
          <a:xfrm>
            <a:off x="4749238" y="1568124"/>
            <a:ext cx="2693525" cy="3721752"/>
          </a:xfrm>
          <a:prstGeom prst="rect">
            <a:avLst/>
          </a:prstGeom>
          <a:effectLst>
            <a:outerShdw blurRad="381000" algn="ctr" rotWithShape="0">
              <a:schemeClr val="bg1">
                <a:lumMod val="50000"/>
                <a:alpha val="40000"/>
              </a:schemeClr>
            </a:outerShdw>
          </a:effectLst>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52902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ppt_x"/>
                                          </p:val>
                                        </p:tav>
                                        <p:tav tm="100000">
                                          <p:val>
                                            <p:strVal val="#ppt_x"/>
                                          </p:val>
                                        </p:tav>
                                      </p:tavLst>
                                    </p:anim>
                                    <p:anim calcmode="lin" valueType="num">
                                      <p:cBhvr additive="base">
                                        <p:cTn id="12" dur="75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5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750"/>
                                  </p:stCondLst>
                                  <p:endCondLst>
                                    <p:cond evt="begin" delay="0">
                                      <p:tn val="17"/>
                                    </p:cond>
                                  </p:end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ppt_x"/>
                                          </p:val>
                                        </p:tav>
                                        <p:tav tm="100000">
                                          <p:val>
                                            <p:strVal val="#ppt_x"/>
                                          </p:val>
                                        </p:tav>
                                      </p:tavLst>
                                    </p:anim>
                                    <p:anim calcmode="lin" valueType="num">
                                      <p:cBhvr additive="base">
                                        <p:cTn id="20" dur="75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1000"/>
                                  </p:stCondLst>
                                  <p:endCondLst>
                                    <p:cond evt="begin" delay="0">
                                      <p:tn val="21"/>
                                    </p:cond>
                                  </p:end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750" fill="hold"/>
                                        <p:tgtEl>
                                          <p:spTgt spid="4"/>
                                        </p:tgtEl>
                                        <p:attrNameLst>
                                          <p:attrName>ppt_x</p:attrName>
                                        </p:attrNameLst>
                                      </p:cBhvr>
                                      <p:tavLst>
                                        <p:tav tm="0">
                                          <p:val>
                                            <p:strVal val="#ppt_x"/>
                                          </p:val>
                                        </p:tav>
                                        <p:tav tm="100000">
                                          <p:val>
                                            <p:strVal val="#ppt_x"/>
                                          </p:val>
                                        </p:tav>
                                      </p:tavLst>
                                    </p:anim>
                                    <p:anim calcmode="lin" valueType="num">
                                      <p:cBhvr additive="base">
                                        <p:cTn id="24" dur="7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2" name="Rectangle 1"/>
          <p:cNvSpPr/>
          <p:nvPr userDrawn="1"/>
        </p:nvSpPr>
        <p:spPr>
          <a:xfrm>
            <a:off x="5975131" y="0"/>
            <a:ext cx="621686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Picture Placeholder 5"/>
          <p:cNvSpPr>
            <a:spLocks noGrp="1"/>
          </p:cNvSpPr>
          <p:nvPr>
            <p:ph type="pic" sz="quarter" idx="10"/>
          </p:nvPr>
        </p:nvSpPr>
        <p:spPr>
          <a:xfrm>
            <a:off x="5165090" y="2346960"/>
            <a:ext cx="1775460" cy="2164080"/>
          </a:xfrm>
          <a:custGeom>
            <a:avLst/>
            <a:gdLst>
              <a:gd name="connsiteX0" fmla="*/ 99071 w 1775460"/>
              <a:gd name="connsiteY0" fmla="*/ 0 h 2164080"/>
              <a:gd name="connsiteX1" fmla="*/ 1676389 w 1775460"/>
              <a:gd name="connsiteY1" fmla="*/ 0 h 2164080"/>
              <a:gd name="connsiteX2" fmla="*/ 1775460 w 1775460"/>
              <a:gd name="connsiteY2" fmla="*/ 99071 h 2164080"/>
              <a:gd name="connsiteX3" fmla="*/ 1775460 w 1775460"/>
              <a:gd name="connsiteY3" fmla="*/ 2065009 h 2164080"/>
              <a:gd name="connsiteX4" fmla="*/ 1676389 w 1775460"/>
              <a:gd name="connsiteY4" fmla="*/ 2164080 h 2164080"/>
              <a:gd name="connsiteX5" fmla="*/ 99071 w 1775460"/>
              <a:gd name="connsiteY5" fmla="*/ 2164080 h 2164080"/>
              <a:gd name="connsiteX6" fmla="*/ 0 w 1775460"/>
              <a:gd name="connsiteY6" fmla="*/ 2065009 h 2164080"/>
              <a:gd name="connsiteX7" fmla="*/ 0 w 1775460"/>
              <a:gd name="connsiteY7" fmla="*/ 99071 h 2164080"/>
              <a:gd name="connsiteX8" fmla="*/ 99071 w 1775460"/>
              <a:gd name="connsiteY8" fmla="*/ 0 h 216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5460" h="2164080">
                <a:moveTo>
                  <a:pt x="99071" y="0"/>
                </a:moveTo>
                <a:lnTo>
                  <a:pt x="1676389" y="0"/>
                </a:lnTo>
                <a:cubicBezTo>
                  <a:pt x="1731104" y="0"/>
                  <a:pt x="1775460" y="44356"/>
                  <a:pt x="1775460" y="99071"/>
                </a:cubicBezTo>
                <a:lnTo>
                  <a:pt x="1775460" y="2065009"/>
                </a:lnTo>
                <a:cubicBezTo>
                  <a:pt x="1775460" y="2119724"/>
                  <a:pt x="1731104" y="2164080"/>
                  <a:pt x="1676389" y="2164080"/>
                </a:cubicBezTo>
                <a:lnTo>
                  <a:pt x="99071" y="2164080"/>
                </a:lnTo>
                <a:cubicBezTo>
                  <a:pt x="44356" y="2164080"/>
                  <a:pt x="0" y="2119724"/>
                  <a:pt x="0" y="2065009"/>
                </a:cubicBezTo>
                <a:lnTo>
                  <a:pt x="0" y="99071"/>
                </a:lnTo>
                <a:cubicBezTo>
                  <a:pt x="0" y="44356"/>
                  <a:pt x="44356" y="0"/>
                  <a:pt x="99071" y="0"/>
                </a:cubicBezTo>
                <a:close/>
              </a:path>
            </a:pathLst>
          </a:custGeom>
        </p:spPr>
        <p:txBody>
          <a:bodyPr wrap="square">
            <a:noAutofit/>
          </a:bodyPr>
          <a:lstStyle>
            <a:lvl1pPr marL="0" indent="0">
              <a:buNone/>
              <a:defRPr sz="16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09991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25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379788" y="0"/>
            <a:ext cx="3009900" cy="6858000"/>
          </a:xfrm>
          <a:custGeom>
            <a:avLst/>
            <a:gdLst>
              <a:gd name="connsiteX0" fmla="*/ 0 w 3009900"/>
              <a:gd name="connsiteY0" fmla="*/ 0 h 6858000"/>
              <a:gd name="connsiteX1" fmla="*/ 3009900 w 3009900"/>
              <a:gd name="connsiteY1" fmla="*/ 0 h 6858000"/>
              <a:gd name="connsiteX2" fmla="*/ 3009900 w 3009900"/>
              <a:gd name="connsiteY2" fmla="*/ 6858000 h 6858000"/>
              <a:gd name="connsiteX3" fmla="*/ 0 w 30099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09900" h="6858000">
                <a:moveTo>
                  <a:pt x="0" y="0"/>
                </a:moveTo>
                <a:lnTo>
                  <a:pt x="3009900" y="0"/>
                </a:lnTo>
                <a:lnTo>
                  <a:pt x="3009900" y="6858000"/>
                </a:lnTo>
                <a:lnTo>
                  <a:pt x="0" y="6858000"/>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31064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25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ppt_x"/>
                                          </p:val>
                                        </p:tav>
                                        <p:tav tm="100000">
                                          <p:val>
                                            <p:strVal val="#ppt_x"/>
                                          </p:val>
                                        </p:tav>
                                      </p:tavLst>
                                    </p:anim>
                                    <p:anim calcmode="lin" valueType="num">
                                      <p:cBhvr additive="base">
                                        <p:cTn id="8"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sp>
        <p:nvSpPr>
          <p:cNvPr id="7" name="Picture Placeholder 5"/>
          <p:cNvSpPr>
            <a:spLocks noGrp="1"/>
          </p:cNvSpPr>
          <p:nvPr>
            <p:ph type="pic" sz="quarter" idx="11"/>
          </p:nvPr>
        </p:nvSpPr>
        <p:spPr>
          <a:xfrm>
            <a:off x="8038074" y="2300036"/>
            <a:ext cx="1703639" cy="1703639"/>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8" name="Picture Placeholder 5"/>
          <p:cNvSpPr>
            <a:spLocks noGrp="1"/>
          </p:cNvSpPr>
          <p:nvPr>
            <p:ph type="pic" sz="quarter" idx="12"/>
          </p:nvPr>
        </p:nvSpPr>
        <p:spPr>
          <a:xfrm>
            <a:off x="6334239" y="4003478"/>
            <a:ext cx="1703639" cy="1703639"/>
          </a:xfrm>
          <a:prstGeom prst="rect">
            <a:avLst/>
          </a:prstGeom>
        </p:spPr>
        <p:txBody>
          <a:bodyPr/>
          <a:lstStyle>
            <a:lvl1pPr marL="0" indent="0">
              <a:buNone/>
              <a:defRPr sz="1800">
                <a:solidFill>
                  <a:schemeClr val="tx1">
                    <a:lumMod val="50000"/>
                    <a:lumOff val="50000"/>
                  </a:schemeClr>
                </a:solidFill>
              </a:defRPr>
            </a:lvl1pPr>
          </a:lstStyle>
          <a:p>
            <a:endParaRPr lang="id-ID"/>
          </a:p>
        </p:txBody>
      </p:sp>
      <p:sp>
        <p:nvSpPr>
          <p:cNvPr id="6" name="Picture Placeholder 5"/>
          <p:cNvSpPr>
            <a:spLocks noGrp="1"/>
          </p:cNvSpPr>
          <p:nvPr>
            <p:ph type="pic" sz="quarter" idx="10"/>
          </p:nvPr>
        </p:nvSpPr>
        <p:spPr>
          <a:xfrm>
            <a:off x="5185534" y="1150938"/>
            <a:ext cx="2852737" cy="2852737"/>
          </a:xfrm>
          <a:prstGeom prst="rect">
            <a:avLst/>
          </a:prstGeom>
          <a:effectLst>
            <a:outerShdw blurRad="381000" algn="ctr" rotWithShape="0">
              <a:schemeClr val="bg1">
                <a:lumMod val="50000"/>
                <a:alpha val="40000"/>
              </a:schemeClr>
            </a:outerShdw>
          </a:effectLst>
        </p:spPr>
        <p:txBody>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77635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5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75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000"/>
                                  </p:stCondLst>
                                  <p:endCondLst>
                                    <p:cond evt="begin" delay="0">
                                      <p:tn val="13"/>
                                    </p:cond>
                                  </p:end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ppt_x"/>
                                          </p:val>
                                        </p:tav>
                                        <p:tav tm="100000">
                                          <p:val>
                                            <p:strVal val="#ppt_x"/>
                                          </p:val>
                                        </p:tav>
                                      </p:tavLst>
                                    </p:anim>
                                    <p:anim calcmode="lin" valueType="num">
                                      <p:cBhvr additive="base">
                                        <p:cTn id="16" dur="7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1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4171950" y="1266435"/>
            <a:ext cx="3848100" cy="4325130"/>
          </a:xfrm>
          <a:custGeom>
            <a:avLst/>
            <a:gdLst>
              <a:gd name="connsiteX0" fmla="*/ 1924316 w 3848100"/>
              <a:gd name="connsiteY0" fmla="*/ 0 h 4325130"/>
              <a:gd name="connsiteX1" fmla="*/ 1960887 w 3848100"/>
              <a:gd name="connsiteY1" fmla="*/ 1886 h 4325130"/>
              <a:gd name="connsiteX2" fmla="*/ 1998521 w 3848100"/>
              <a:gd name="connsiteY2" fmla="*/ 7816 h 4325130"/>
              <a:gd name="connsiteX3" fmla="*/ 2037213 w 3848100"/>
              <a:gd name="connsiteY3" fmla="*/ 17249 h 4325130"/>
              <a:gd name="connsiteX4" fmla="*/ 2077231 w 3848100"/>
              <a:gd name="connsiteY4" fmla="*/ 30724 h 4325130"/>
              <a:gd name="connsiteX5" fmla="*/ 2119636 w 3848100"/>
              <a:gd name="connsiteY5" fmla="*/ 48243 h 4325130"/>
              <a:gd name="connsiteX6" fmla="*/ 2164688 w 3848100"/>
              <a:gd name="connsiteY6" fmla="*/ 69264 h 4325130"/>
              <a:gd name="connsiteX7" fmla="*/ 2212922 w 3848100"/>
              <a:gd name="connsiteY7" fmla="*/ 94330 h 4325130"/>
              <a:gd name="connsiteX8" fmla="*/ 2264867 w 3848100"/>
              <a:gd name="connsiteY8" fmla="*/ 122897 h 4325130"/>
              <a:gd name="connsiteX9" fmla="*/ 2321050 w 3848100"/>
              <a:gd name="connsiteY9" fmla="*/ 155779 h 4325130"/>
              <a:gd name="connsiteX10" fmla="*/ 2382271 w 3848100"/>
              <a:gd name="connsiteY10" fmla="*/ 192163 h 4325130"/>
              <a:gd name="connsiteX11" fmla="*/ 2448792 w 3848100"/>
              <a:gd name="connsiteY11" fmla="*/ 232858 h 4325130"/>
              <a:gd name="connsiteX12" fmla="*/ 2521406 w 3848100"/>
              <a:gd name="connsiteY12" fmla="*/ 276790 h 4325130"/>
              <a:gd name="connsiteX13" fmla="*/ 2600383 w 3848100"/>
              <a:gd name="connsiteY13" fmla="*/ 325031 h 4325130"/>
              <a:gd name="connsiteX14" fmla="*/ 2686249 w 3848100"/>
              <a:gd name="connsiteY14" fmla="*/ 376778 h 4325130"/>
              <a:gd name="connsiteX15" fmla="*/ 2779801 w 3848100"/>
              <a:gd name="connsiteY15" fmla="*/ 432837 h 4325130"/>
              <a:gd name="connsiteX16" fmla="*/ 2881570 w 3848100"/>
              <a:gd name="connsiteY16" fmla="*/ 492129 h 4325130"/>
              <a:gd name="connsiteX17" fmla="*/ 2983338 w 3848100"/>
              <a:gd name="connsiteY17" fmla="*/ 551153 h 4325130"/>
              <a:gd name="connsiteX18" fmla="*/ 3078214 w 3848100"/>
              <a:gd name="connsiteY18" fmla="*/ 604785 h 4325130"/>
              <a:gd name="connsiteX19" fmla="*/ 3165671 w 3848100"/>
              <a:gd name="connsiteY19" fmla="*/ 653836 h 4325130"/>
              <a:gd name="connsiteX20" fmla="*/ 3246768 w 3848100"/>
              <a:gd name="connsiteY20" fmla="*/ 698845 h 4325130"/>
              <a:gd name="connsiteX21" fmla="*/ 3320709 w 3848100"/>
              <a:gd name="connsiteY21" fmla="*/ 739812 h 4325130"/>
              <a:gd name="connsiteX22" fmla="*/ 3388819 w 3848100"/>
              <a:gd name="connsiteY22" fmla="*/ 777813 h 4325130"/>
              <a:gd name="connsiteX23" fmla="*/ 3450834 w 3848100"/>
              <a:gd name="connsiteY23" fmla="*/ 812848 h 4325130"/>
              <a:gd name="connsiteX24" fmla="*/ 3507019 w 3848100"/>
              <a:gd name="connsiteY24" fmla="*/ 845460 h 4325130"/>
              <a:gd name="connsiteX25" fmla="*/ 3557903 w 3848100"/>
              <a:gd name="connsiteY25" fmla="*/ 876723 h 4325130"/>
              <a:gd name="connsiteX26" fmla="*/ 3603751 w 3848100"/>
              <a:gd name="connsiteY26" fmla="*/ 906100 h 4325130"/>
              <a:gd name="connsiteX27" fmla="*/ 3644034 w 3848100"/>
              <a:gd name="connsiteY27" fmla="*/ 934668 h 4325130"/>
              <a:gd name="connsiteX28" fmla="*/ 3680342 w 3848100"/>
              <a:gd name="connsiteY28" fmla="*/ 963236 h 4325130"/>
              <a:gd name="connsiteX29" fmla="*/ 3712144 w 3848100"/>
              <a:gd name="connsiteY29" fmla="*/ 991266 h 4325130"/>
              <a:gd name="connsiteX30" fmla="*/ 3739442 w 3848100"/>
              <a:gd name="connsiteY30" fmla="*/ 1020103 h 4325130"/>
              <a:gd name="connsiteX31" fmla="*/ 3763293 w 3848100"/>
              <a:gd name="connsiteY31" fmla="*/ 1050019 h 4325130"/>
              <a:gd name="connsiteX32" fmla="*/ 3783435 w 3848100"/>
              <a:gd name="connsiteY32" fmla="*/ 1081282 h 4325130"/>
              <a:gd name="connsiteX33" fmla="*/ 3800131 w 3848100"/>
              <a:gd name="connsiteY33" fmla="*/ 1114433 h 4325130"/>
              <a:gd name="connsiteX34" fmla="*/ 3813913 w 3848100"/>
              <a:gd name="connsiteY34" fmla="*/ 1150009 h 4325130"/>
              <a:gd name="connsiteX35" fmla="*/ 3825044 w 3848100"/>
              <a:gd name="connsiteY35" fmla="*/ 1188549 h 4325130"/>
              <a:gd name="connsiteX36" fmla="*/ 3833259 w 3848100"/>
              <a:gd name="connsiteY36" fmla="*/ 1230323 h 4325130"/>
              <a:gd name="connsiteX37" fmla="*/ 3839884 w 3848100"/>
              <a:gd name="connsiteY37" fmla="*/ 1275870 h 4325130"/>
              <a:gd name="connsiteX38" fmla="*/ 3844124 w 3848100"/>
              <a:gd name="connsiteY38" fmla="*/ 1325731 h 4325130"/>
              <a:gd name="connsiteX39" fmla="*/ 3846776 w 3848100"/>
              <a:gd name="connsiteY39" fmla="*/ 1380171 h 4325130"/>
              <a:gd name="connsiteX40" fmla="*/ 3847835 w 3848100"/>
              <a:gd name="connsiteY40" fmla="*/ 1440003 h 4325130"/>
              <a:gd name="connsiteX41" fmla="*/ 3848100 w 3848100"/>
              <a:gd name="connsiteY41" fmla="*/ 1505764 h 4325130"/>
              <a:gd name="connsiteX42" fmla="*/ 3847305 w 3848100"/>
              <a:gd name="connsiteY42" fmla="*/ 1577455 h 4325130"/>
              <a:gd name="connsiteX43" fmla="*/ 3845715 w 3848100"/>
              <a:gd name="connsiteY43" fmla="*/ 1655344 h 4325130"/>
              <a:gd name="connsiteX44" fmla="*/ 3844124 w 3848100"/>
              <a:gd name="connsiteY44" fmla="*/ 1740778 h 4325130"/>
              <a:gd name="connsiteX45" fmla="*/ 3842270 w 3848100"/>
              <a:gd name="connsiteY45" fmla="*/ 1833761 h 4325130"/>
              <a:gd name="connsiteX46" fmla="*/ 3840679 w 3848100"/>
              <a:gd name="connsiteY46" fmla="*/ 1934558 h 4325130"/>
              <a:gd name="connsiteX47" fmla="*/ 3839355 w 3848100"/>
              <a:gd name="connsiteY47" fmla="*/ 2044249 h 4325130"/>
              <a:gd name="connsiteX48" fmla="*/ 3838825 w 3848100"/>
              <a:gd name="connsiteY48" fmla="*/ 2162566 h 4325130"/>
              <a:gd name="connsiteX49" fmla="*/ 3839355 w 3848100"/>
              <a:gd name="connsiteY49" fmla="*/ 2280881 h 4325130"/>
              <a:gd name="connsiteX50" fmla="*/ 3840679 w 3848100"/>
              <a:gd name="connsiteY50" fmla="*/ 2390573 h 4325130"/>
              <a:gd name="connsiteX51" fmla="*/ 3842270 w 3848100"/>
              <a:gd name="connsiteY51" fmla="*/ 2491371 h 4325130"/>
              <a:gd name="connsiteX52" fmla="*/ 3844124 w 3848100"/>
              <a:gd name="connsiteY52" fmla="*/ 2584352 h 4325130"/>
              <a:gd name="connsiteX53" fmla="*/ 3845715 w 3848100"/>
              <a:gd name="connsiteY53" fmla="*/ 2669787 h 4325130"/>
              <a:gd name="connsiteX54" fmla="*/ 3847305 w 3848100"/>
              <a:gd name="connsiteY54" fmla="*/ 2747677 h 4325130"/>
              <a:gd name="connsiteX55" fmla="*/ 3848100 w 3848100"/>
              <a:gd name="connsiteY55" fmla="*/ 2819366 h 4325130"/>
              <a:gd name="connsiteX56" fmla="*/ 3847835 w 3848100"/>
              <a:gd name="connsiteY56" fmla="*/ 2885127 h 4325130"/>
              <a:gd name="connsiteX57" fmla="*/ 3846776 w 3848100"/>
              <a:gd name="connsiteY57" fmla="*/ 2944959 h 4325130"/>
              <a:gd name="connsiteX58" fmla="*/ 3844124 w 3848100"/>
              <a:gd name="connsiteY58" fmla="*/ 2999400 h 4325130"/>
              <a:gd name="connsiteX59" fmla="*/ 3839884 w 3848100"/>
              <a:gd name="connsiteY59" fmla="*/ 3049260 h 4325130"/>
              <a:gd name="connsiteX60" fmla="*/ 3833524 w 3848100"/>
              <a:gd name="connsiteY60" fmla="*/ 3094807 h 4325130"/>
              <a:gd name="connsiteX61" fmla="*/ 3825044 w 3848100"/>
              <a:gd name="connsiteY61" fmla="*/ 3136582 h 4325130"/>
              <a:gd name="connsiteX62" fmla="*/ 3813913 w 3848100"/>
              <a:gd name="connsiteY62" fmla="*/ 3175123 h 4325130"/>
              <a:gd name="connsiteX63" fmla="*/ 3800131 w 3848100"/>
              <a:gd name="connsiteY63" fmla="*/ 3210697 h 4325130"/>
              <a:gd name="connsiteX64" fmla="*/ 3783435 w 3848100"/>
              <a:gd name="connsiteY64" fmla="*/ 3243848 h 4325130"/>
              <a:gd name="connsiteX65" fmla="*/ 3763293 w 3848100"/>
              <a:gd name="connsiteY65" fmla="*/ 3275111 h 4325130"/>
              <a:gd name="connsiteX66" fmla="*/ 3739442 w 3848100"/>
              <a:gd name="connsiteY66" fmla="*/ 3305027 h 4325130"/>
              <a:gd name="connsiteX67" fmla="*/ 3712144 w 3848100"/>
              <a:gd name="connsiteY67" fmla="*/ 3333865 h 4325130"/>
              <a:gd name="connsiteX68" fmla="*/ 3680342 w 3848100"/>
              <a:gd name="connsiteY68" fmla="*/ 3361894 h 4325130"/>
              <a:gd name="connsiteX69" fmla="*/ 3644299 w 3848100"/>
              <a:gd name="connsiteY69" fmla="*/ 3390462 h 4325130"/>
              <a:gd name="connsiteX70" fmla="*/ 3603751 w 3848100"/>
              <a:gd name="connsiteY70" fmla="*/ 3419031 h 4325130"/>
              <a:gd name="connsiteX71" fmla="*/ 3557903 w 3848100"/>
              <a:gd name="connsiteY71" fmla="*/ 3448676 h 4325130"/>
              <a:gd name="connsiteX72" fmla="*/ 3507284 w 3848100"/>
              <a:gd name="connsiteY72" fmla="*/ 3479670 h 4325130"/>
              <a:gd name="connsiteX73" fmla="*/ 3450834 w 3848100"/>
              <a:gd name="connsiteY73" fmla="*/ 3512282 h 4325130"/>
              <a:gd name="connsiteX74" fmla="*/ 3388819 w 3848100"/>
              <a:gd name="connsiteY74" fmla="*/ 3547319 h 4325130"/>
              <a:gd name="connsiteX75" fmla="*/ 3320709 w 3848100"/>
              <a:gd name="connsiteY75" fmla="*/ 3585320 h 4325130"/>
              <a:gd name="connsiteX76" fmla="*/ 3246768 w 3848100"/>
              <a:gd name="connsiteY76" fmla="*/ 3626555 h 4325130"/>
              <a:gd name="connsiteX77" fmla="*/ 3165671 w 3848100"/>
              <a:gd name="connsiteY77" fmla="*/ 3671563 h 4325130"/>
              <a:gd name="connsiteX78" fmla="*/ 3078214 w 3848100"/>
              <a:gd name="connsiteY78" fmla="*/ 3720345 h 4325130"/>
              <a:gd name="connsiteX79" fmla="*/ 2983338 w 3848100"/>
              <a:gd name="connsiteY79" fmla="*/ 3773978 h 4325130"/>
              <a:gd name="connsiteX80" fmla="*/ 2881570 w 3848100"/>
              <a:gd name="connsiteY80" fmla="*/ 3833002 h 4325130"/>
              <a:gd name="connsiteX81" fmla="*/ 2779801 w 3848100"/>
              <a:gd name="connsiteY81" fmla="*/ 3892294 h 4325130"/>
              <a:gd name="connsiteX82" fmla="*/ 2686249 w 3848100"/>
              <a:gd name="connsiteY82" fmla="*/ 3948352 h 4325130"/>
              <a:gd name="connsiteX83" fmla="*/ 2600383 w 3848100"/>
              <a:gd name="connsiteY83" fmla="*/ 4000099 h 4325130"/>
              <a:gd name="connsiteX84" fmla="*/ 2521406 w 3848100"/>
              <a:gd name="connsiteY84" fmla="*/ 4048342 h 4325130"/>
              <a:gd name="connsiteX85" fmla="*/ 2448792 w 3848100"/>
              <a:gd name="connsiteY85" fmla="*/ 4092272 h 4325130"/>
              <a:gd name="connsiteX86" fmla="*/ 2382271 w 3848100"/>
              <a:gd name="connsiteY86" fmla="*/ 4132969 h 4325130"/>
              <a:gd name="connsiteX87" fmla="*/ 2321050 w 3848100"/>
              <a:gd name="connsiteY87" fmla="*/ 4169353 h 4325130"/>
              <a:gd name="connsiteX88" fmla="*/ 2264867 w 3848100"/>
              <a:gd name="connsiteY88" fmla="*/ 4202233 h 4325130"/>
              <a:gd name="connsiteX89" fmla="*/ 2212922 w 3848100"/>
              <a:gd name="connsiteY89" fmla="*/ 4230801 h 4325130"/>
              <a:gd name="connsiteX90" fmla="*/ 2164688 w 3848100"/>
              <a:gd name="connsiteY90" fmla="*/ 4255866 h 4325130"/>
              <a:gd name="connsiteX91" fmla="*/ 2119636 w 3848100"/>
              <a:gd name="connsiteY91" fmla="*/ 4276887 h 4325130"/>
              <a:gd name="connsiteX92" fmla="*/ 2077231 w 3848100"/>
              <a:gd name="connsiteY92" fmla="*/ 4294406 h 4325130"/>
              <a:gd name="connsiteX93" fmla="*/ 2037213 w 3848100"/>
              <a:gd name="connsiteY93" fmla="*/ 4307881 h 4325130"/>
              <a:gd name="connsiteX94" fmla="*/ 1998521 w 3848100"/>
              <a:gd name="connsiteY94" fmla="*/ 4317315 h 4325130"/>
              <a:gd name="connsiteX95" fmla="*/ 1960887 w 3848100"/>
              <a:gd name="connsiteY95" fmla="*/ 4323244 h 4325130"/>
              <a:gd name="connsiteX96" fmla="*/ 1924316 w 3848100"/>
              <a:gd name="connsiteY96" fmla="*/ 4325130 h 4325130"/>
              <a:gd name="connsiteX97" fmla="*/ 1887212 w 3848100"/>
              <a:gd name="connsiteY97" fmla="*/ 4323244 h 4325130"/>
              <a:gd name="connsiteX98" fmla="*/ 1849579 w 3848100"/>
              <a:gd name="connsiteY98" fmla="*/ 4317315 h 4325130"/>
              <a:gd name="connsiteX99" fmla="*/ 1810887 w 3848100"/>
              <a:gd name="connsiteY99" fmla="*/ 4307881 h 4325130"/>
              <a:gd name="connsiteX100" fmla="*/ 1770868 w 3848100"/>
              <a:gd name="connsiteY100" fmla="*/ 4294406 h 4325130"/>
              <a:gd name="connsiteX101" fmla="*/ 1728466 w 3848100"/>
              <a:gd name="connsiteY101" fmla="*/ 4276887 h 4325130"/>
              <a:gd name="connsiteX102" fmla="*/ 1683412 w 3848100"/>
              <a:gd name="connsiteY102" fmla="*/ 4255866 h 4325130"/>
              <a:gd name="connsiteX103" fmla="*/ 1635178 w 3848100"/>
              <a:gd name="connsiteY103" fmla="*/ 4230801 h 4325130"/>
              <a:gd name="connsiteX104" fmla="*/ 1583233 w 3848100"/>
              <a:gd name="connsiteY104" fmla="*/ 4202233 h 4325130"/>
              <a:gd name="connsiteX105" fmla="*/ 1527049 w 3848100"/>
              <a:gd name="connsiteY105" fmla="*/ 4169353 h 4325130"/>
              <a:gd name="connsiteX106" fmla="*/ 1465830 w 3848100"/>
              <a:gd name="connsiteY106" fmla="*/ 4132969 h 4325130"/>
              <a:gd name="connsiteX107" fmla="*/ 1399310 w 3848100"/>
              <a:gd name="connsiteY107" fmla="*/ 4092272 h 4325130"/>
              <a:gd name="connsiteX108" fmla="*/ 1326694 w 3848100"/>
              <a:gd name="connsiteY108" fmla="*/ 4048342 h 4325130"/>
              <a:gd name="connsiteX109" fmla="*/ 1247717 w 3848100"/>
              <a:gd name="connsiteY109" fmla="*/ 4000099 h 4325130"/>
              <a:gd name="connsiteX110" fmla="*/ 1161851 w 3848100"/>
              <a:gd name="connsiteY110" fmla="*/ 3948352 h 4325130"/>
              <a:gd name="connsiteX111" fmla="*/ 1068299 w 3848100"/>
              <a:gd name="connsiteY111" fmla="*/ 3892294 h 4325130"/>
              <a:gd name="connsiteX112" fmla="*/ 966531 w 3848100"/>
              <a:gd name="connsiteY112" fmla="*/ 3833002 h 4325130"/>
              <a:gd name="connsiteX113" fmla="*/ 864763 w 3848100"/>
              <a:gd name="connsiteY113" fmla="*/ 3773978 h 4325130"/>
              <a:gd name="connsiteX114" fmla="*/ 769885 w 3848100"/>
              <a:gd name="connsiteY114" fmla="*/ 3720345 h 4325130"/>
              <a:gd name="connsiteX115" fmla="*/ 682429 w 3848100"/>
              <a:gd name="connsiteY115" fmla="*/ 3671294 h 4325130"/>
              <a:gd name="connsiteX116" fmla="*/ 601332 w 3848100"/>
              <a:gd name="connsiteY116" fmla="*/ 3626286 h 4325130"/>
              <a:gd name="connsiteX117" fmla="*/ 527391 w 3848100"/>
              <a:gd name="connsiteY117" fmla="*/ 3585320 h 4325130"/>
              <a:gd name="connsiteX118" fmla="*/ 459281 w 3848100"/>
              <a:gd name="connsiteY118" fmla="*/ 3547319 h 4325130"/>
              <a:gd name="connsiteX119" fmla="*/ 397266 w 3848100"/>
              <a:gd name="connsiteY119" fmla="*/ 3512282 h 4325130"/>
              <a:gd name="connsiteX120" fmla="*/ 341081 w 3848100"/>
              <a:gd name="connsiteY120" fmla="*/ 3479670 h 4325130"/>
              <a:gd name="connsiteX121" fmla="*/ 290197 w 3848100"/>
              <a:gd name="connsiteY121" fmla="*/ 3448407 h 4325130"/>
              <a:gd name="connsiteX122" fmla="*/ 244349 w 3848100"/>
              <a:gd name="connsiteY122" fmla="*/ 3419031 h 4325130"/>
              <a:gd name="connsiteX123" fmla="*/ 204066 w 3848100"/>
              <a:gd name="connsiteY123" fmla="*/ 3390462 h 4325130"/>
              <a:gd name="connsiteX124" fmla="*/ 167758 w 3848100"/>
              <a:gd name="connsiteY124" fmla="*/ 3361894 h 4325130"/>
              <a:gd name="connsiteX125" fmla="*/ 135956 w 3848100"/>
              <a:gd name="connsiteY125" fmla="*/ 3333865 h 4325130"/>
              <a:gd name="connsiteX126" fmla="*/ 108658 w 3848100"/>
              <a:gd name="connsiteY126" fmla="*/ 3305027 h 4325130"/>
              <a:gd name="connsiteX127" fmla="*/ 84807 w 3848100"/>
              <a:gd name="connsiteY127" fmla="*/ 3275111 h 4325130"/>
              <a:gd name="connsiteX128" fmla="*/ 64666 w 3848100"/>
              <a:gd name="connsiteY128" fmla="*/ 3243848 h 4325130"/>
              <a:gd name="connsiteX129" fmla="*/ 47969 w 3848100"/>
              <a:gd name="connsiteY129" fmla="*/ 3210697 h 4325130"/>
              <a:gd name="connsiteX130" fmla="*/ 34188 w 3848100"/>
              <a:gd name="connsiteY130" fmla="*/ 3175123 h 4325130"/>
              <a:gd name="connsiteX131" fmla="*/ 23057 w 3848100"/>
              <a:gd name="connsiteY131" fmla="*/ 3136582 h 4325130"/>
              <a:gd name="connsiteX132" fmla="*/ 14841 w 3848100"/>
              <a:gd name="connsiteY132" fmla="*/ 3094807 h 4325130"/>
              <a:gd name="connsiteX133" fmla="*/ 8216 w 3848100"/>
              <a:gd name="connsiteY133" fmla="*/ 3049260 h 4325130"/>
              <a:gd name="connsiteX134" fmla="*/ 3975 w 3848100"/>
              <a:gd name="connsiteY134" fmla="*/ 2999400 h 4325130"/>
              <a:gd name="connsiteX135" fmla="*/ 1325 w 3848100"/>
              <a:gd name="connsiteY135" fmla="*/ 2944959 h 4325130"/>
              <a:gd name="connsiteX136" fmla="*/ 265 w 3848100"/>
              <a:gd name="connsiteY136" fmla="*/ 2885127 h 4325130"/>
              <a:gd name="connsiteX137" fmla="*/ 0 w 3848100"/>
              <a:gd name="connsiteY137" fmla="*/ 2819366 h 4325130"/>
              <a:gd name="connsiteX138" fmla="*/ 795 w 3848100"/>
              <a:gd name="connsiteY138" fmla="*/ 2747677 h 4325130"/>
              <a:gd name="connsiteX139" fmla="*/ 2386 w 3848100"/>
              <a:gd name="connsiteY139" fmla="*/ 2669787 h 4325130"/>
              <a:gd name="connsiteX140" fmla="*/ 3975 w 3848100"/>
              <a:gd name="connsiteY140" fmla="*/ 2584352 h 4325130"/>
              <a:gd name="connsiteX141" fmla="*/ 5831 w 3848100"/>
              <a:gd name="connsiteY141" fmla="*/ 2491371 h 4325130"/>
              <a:gd name="connsiteX142" fmla="*/ 7421 w 3848100"/>
              <a:gd name="connsiteY142" fmla="*/ 2390573 h 4325130"/>
              <a:gd name="connsiteX143" fmla="*/ 8746 w 3848100"/>
              <a:gd name="connsiteY143" fmla="*/ 2280881 h 4325130"/>
              <a:gd name="connsiteX144" fmla="*/ 9276 w 3848100"/>
              <a:gd name="connsiteY144" fmla="*/ 2162566 h 4325130"/>
              <a:gd name="connsiteX145" fmla="*/ 8746 w 3848100"/>
              <a:gd name="connsiteY145" fmla="*/ 2044249 h 4325130"/>
              <a:gd name="connsiteX146" fmla="*/ 7421 w 3848100"/>
              <a:gd name="connsiteY146" fmla="*/ 1934558 h 4325130"/>
              <a:gd name="connsiteX147" fmla="*/ 5831 w 3848100"/>
              <a:gd name="connsiteY147" fmla="*/ 1833761 h 4325130"/>
              <a:gd name="connsiteX148" fmla="*/ 3975 w 3848100"/>
              <a:gd name="connsiteY148" fmla="*/ 1740778 h 4325130"/>
              <a:gd name="connsiteX149" fmla="*/ 2386 w 3848100"/>
              <a:gd name="connsiteY149" fmla="*/ 1655344 h 4325130"/>
              <a:gd name="connsiteX150" fmla="*/ 795 w 3848100"/>
              <a:gd name="connsiteY150" fmla="*/ 1577455 h 4325130"/>
              <a:gd name="connsiteX151" fmla="*/ 0 w 3848100"/>
              <a:gd name="connsiteY151" fmla="*/ 1505764 h 4325130"/>
              <a:gd name="connsiteX152" fmla="*/ 265 w 3848100"/>
              <a:gd name="connsiteY152" fmla="*/ 1440003 h 4325130"/>
              <a:gd name="connsiteX153" fmla="*/ 1325 w 3848100"/>
              <a:gd name="connsiteY153" fmla="*/ 1380171 h 4325130"/>
              <a:gd name="connsiteX154" fmla="*/ 3975 w 3848100"/>
              <a:gd name="connsiteY154" fmla="*/ 1325731 h 4325130"/>
              <a:gd name="connsiteX155" fmla="*/ 8216 w 3848100"/>
              <a:gd name="connsiteY155" fmla="*/ 1275870 h 4325130"/>
              <a:gd name="connsiteX156" fmla="*/ 14576 w 3848100"/>
              <a:gd name="connsiteY156" fmla="*/ 1230323 h 4325130"/>
              <a:gd name="connsiteX157" fmla="*/ 23057 w 3848100"/>
              <a:gd name="connsiteY157" fmla="*/ 1188549 h 4325130"/>
              <a:gd name="connsiteX158" fmla="*/ 34188 w 3848100"/>
              <a:gd name="connsiteY158" fmla="*/ 1150009 h 4325130"/>
              <a:gd name="connsiteX159" fmla="*/ 47969 w 3848100"/>
              <a:gd name="connsiteY159" fmla="*/ 1114433 h 4325130"/>
              <a:gd name="connsiteX160" fmla="*/ 64666 w 3848100"/>
              <a:gd name="connsiteY160" fmla="*/ 1081282 h 4325130"/>
              <a:gd name="connsiteX161" fmla="*/ 84807 w 3848100"/>
              <a:gd name="connsiteY161" fmla="*/ 1050019 h 4325130"/>
              <a:gd name="connsiteX162" fmla="*/ 108658 w 3848100"/>
              <a:gd name="connsiteY162" fmla="*/ 1020103 h 4325130"/>
              <a:gd name="connsiteX163" fmla="*/ 135956 w 3848100"/>
              <a:gd name="connsiteY163" fmla="*/ 991266 h 4325130"/>
              <a:gd name="connsiteX164" fmla="*/ 167758 w 3848100"/>
              <a:gd name="connsiteY164" fmla="*/ 963236 h 4325130"/>
              <a:gd name="connsiteX165" fmla="*/ 203801 w 3848100"/>
              <a:gd name="connsiteY165" fmla="*/ 934668 h 4325130"/>
              <a:gd name="connsiteX166" fmla="*/ 244349 w 3848100"/>
              <a:gd name="connsiteY166" fmla="*/ 906100 h 4325130"/>
              <a:gd name="connsiteX167" fmla="*/ 290197 w 3848100"/>
              <a:gd name="connsiteY167" fmla="*/ 876454 h 4325130"/>
              <a:gd name="connsiteX168" fmla="*/ 340817 w 3848100"/>
              <a:gd name="connsiteY168" fmla="*/ 845460 h 4325130"/>
              <a:gd name="connsiteX169" fmla="*/ 397266 w 3848100"/>
              <a:gd name="connsiteY169" fmla="*/ 812848 h 4325130"/>
              <a:gd name="connsiteX170" fmla="*/ 459281 w 3848100"/>
              <a:gd name="connsiteY170" fmla="*/ 777813 h 4325130"/>
              <a:gd name="connsiteX171" fmla="*/ 527391 w 3848100"/>
              <a:gd name="connsiteY171" fmla="*/ 739812 h 4325130"/>
              <a:gd name="connsiteX172" fmla="*/ 601332 w 3848100"/>
              <a:gd name="connsiteY172" fmla="*/ 698576 h 4325130"/>
              <a:gd name="connsiteX173" fmla="*/ 682429 w 3848100"/>
              <a:gd name="connsiteY173" fmla="*/ 653567 h 4325130"/>
              <a:gd name="connsiteX174" fmla="*/ 769885 w 3848100"/>
              <a:gd name="connsiteY174" fmla="*/ 604785 h 4325130"/>
              <a:gd name="connsiteX175" fmla="*/ 864763 w 3848100"/>
              <a:gd name="connsiteY175" fmla="*/ 551153 h 4325130"/>
              <a:gd name="connsiteX176" fmla="*/ 966531 w 3848100"/>
              <a:gd name="connsiteY176" fmla="*/ 492129 h 4325130"/>
              <a:gd name="connsiteX177" fmla="*/ 1068299 w 3848100"/>
              <a:gd name="connsiteY177" fmla="*/ 432837 h 4325130"/>
              <a:gd name="connsiteX178" fmla="*/ 1161851 w 3848100"/>
              <a:gd name="connsiteY178" fmla="*/ 376778 h 4325130"/>
              <a:gd name="connsiteX179" fmla="*/ 1247717 w 3848100"/>
              <a:gd name="connsiteY179" fmla="*/ 325031 h 4325130"/>
              <a:gd name="connsiteX180" fmla="*/ 1326694 w 3848100"/>
              <a:gd name="connsiteY180" fmla="*/ 276790 h 4325130"/>
              <a:gd name="connsiteX181" fmla="*/ 1399310 w 3848100"/>
              <a:gd name="connsiteY181" fmla="*/ 232858 h 4325130"/>
              <a:gd name="connsiteX182" fmla="*/ 1465830 w 3848100"/>
              <a:gd name="connsiteY182" fmla="*/ 192163 h 4325130"/>
              <a:gd name="connsiteX183" fmla="*/ 1527049 w 3848100"/>
              <a:gd name="connsiteY183" fmla="*/ 155779 h 4325130"/>
              <a:gd name="connsiteX184" fmla="*/ 1583233 w 3848100"/>
              <a:gd name="connsiteY184" fmla="*/ 122897 h 4325130"/>
              <a:gd name="connsiteX185" fmla="*/ 1635178 w 3848100"/>
              <a:gd name="connsiteY185" fmla="*/ 94330 h 4325130"/>
              <a:gd name="connsiteX186" fmla="*/ 1683412 w 3848100"/>
              <a:gd name="connsiteY186" fmla="*/ 69264 h 4325130"/>
              <a:gd name="connsiteX187" fmla="*/ 1728466 w 3848100"/>
              <a:gd name="connsiteY187" fmla="*/ 48243 h 4325130"/>
              <a:gd name="connsiteX188" fmla="*/ 1770868 w 3848100"/>
              <a:gd name="connsiteY188" fmla="*/ 30724 h 4325130"/>
              <a:gd name="connsiteX189" fmla="*/ 1810887 w 3848100"/>
              <a:gd name="connsiteY189" fmla="*/ 17249 h 4325130"/>
              <a:gd name="connsiteX190" fmla="*/ 1849579 w 3848100"/>
              <a:gd name="connsiteY190" fmla="*/ 7816 h 4325130"/>
              <a:gd name="connsiteX191" fmla="*/ 1887212 w 3848100"/>
              <a:gd name="connsiteY191" fmla="*/ 1886 h 432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848100" h="4325130">
                <a:moveTo>
                  <a:pt x="1924316" y="0"/>
                </a:moveTo>
                <a:lnTo>
                  <a:pt x="1960887" y="1886"/>
                </a:lnTo>
                <a:lnTo>
                  <a:pt x="1998521" y="7816"/>
                </a:lnTo>
                <a:lnTo>
                  <a:pt x="2037213" y="17249"/>
                </a:lnTo>
                <a:lnTo>
                  <a:pt x="2077231" y="30724"/>
                </a:lnTo>
                <a:lnTo>
                  <a:pt x="2119636" y="48243"/>
                </a:lnTo>
                <a:lnTo>
                  <a:pt x="2164688" y="69264"/>
                </a:lnTo>
                <a:lnTo>
                  <a:pt x="2212922" y="94330"/>
                </a:lnTo>
                <a:lnTo>
                  <a:pt x="2264867" y="122897"/>
                </a:lnTo>
                <a:lnTo>
                  <a:pt x="2321050" y="155779"/>
                </a:lnTo>
                <a:lnTo>
                  <a:pt x="2382271" y="192163"/>
                </a:lnTo>
                <a:lnTo>
                  <a:pt x="2448792" y="232858"/>
                </a:lnTo>
                <a:lnTo>
                  <a:pt x="2521406" y="276790"/>
                </a:lnTo>
                <a:lnTo>
                  <a:pt x="2600383" y="325031"/>
                </a:lnTo>
                <a:lnTo>
                  <a:pt x="2686249" y="376778"/>
                </a:lnTo>
                <a:lnTo>
                  <a:pt x="2779801" y="432837"/>
                </a:lnTo>
                <a:lnTo>
                  <a:pt x="2881570" y="492129"/>
                </a:lnTo>
                <a:lnTo>
                  <a:pt x="2983338" y="551153"/>
                </a:lnTo>
                <a:lnTo>
                  <a:pt x="3078214" y="604785"/>
                </a:lnTo>
                <a:lnTo>
                  <a:pt x="3165671" y="653836"/>
                </a:lnTo>
                <a:lnTo>
                  <a:pt x="3246768" y="698845"/>
                </a:lnTo>
                <a:lnTo>
                  <a:pt x="3320709" y="739812"/>
                </a:lnTo>
                <a:lnTo>
                  <a:pt x="3388819" y="777813"/>
                </a:lnTo>
                <a:lnTo>
                  <a:pt x="3450834" y="812848"/>
                </a:lnTo>
                <a:lnTo>
                  <a:pt x="3507019" y="845460"/>
                </a:lnTo>
                <a:lnTo>
                  <a:pt x="3557903" y="876723"/>
                </a:lnTo>
                <a:lnTo>
                  <a:pt x="3603751" y="906100"/>
                </a:lnTo>
                <a:lnTo>
                  <a:pt x="3644034" y="934668"/>
                </a:lnTo>
                <a:lnTo>
                  <a:pt x="3680342" y="963236"/>
                </a:lnTo>
                <a:lnTo>
                  <a:pt x="3712144" y="991266"/>
                </a:lnTo>
                <a:lnTo>
                  <a:pt x="3739442" y="1020103"/>
                </a:lnTo>
                <a:lnTo>
                  <a:pt x="3763293" y="1050019"/>
                </a:lnTo>
                <a:lnTo>
                  <a:pt x="3783435" y="1081282"/>
                </a:lnTo>
                <a:lnTo>
                  <a:pt x="3800131" y="1114433"/>
                </a:lnTo>
                <a:lnTo>
                  <a:pt x="3813913" y="1150009"/>
                </a:lnTo>
                <a:lnTo>
                  <a:pt x="3825044" y="1188549"/>
                </a:lnTo>
                <a:lnTo>
                  <a:pt x="3833259" y="1230323"/>
                </a:lnTo>
                <a:lnTo>
                  <a:pt x="3839884" y="1275870"/>
                </a:lnTo>
                <a:lnTo>
                  <a:pt x="3844124" y="1325731"/>
                </a:lnTo>
                <a:lnTo>
                  <a:pt x="3846776" y="1380171"/>
                </a:lnTo>
                <a:lnTo>
                  <a:pt x="3847835" y="1440003"/>
                </a:lnTo>
                <a:lnTo>
                  <a:pt x="3848100" y="1505764"/>
                </a:lnTo>
                <a:lnTo>
                  <a:pt x="3847305" y="1577455"/>
                </a:lnTo>
                <a:lnTo>
                  <a:pt x="3845715" y="1655344"/>
                </a:lnTo>
                <a:lnTo>
                  <a:pt x="3844124" y="1740778"/>
                </a:lnTo>
                <a:lnTo>
                  <a:pt x="3842270" y="1833761"/>
                </a:lnTo>
                <a:lnTo>
                  <a:pt x="3840679" y="1934558"/>
                </a:lnTo>
                <a:lnTo>
                  <a:pt x="3839355" y="2044249"/>
                </a:lnTo>
                <a:lnTo>
                  <a:pt x="3838825" y="2162566"/>
                </a:lnTo>
                <a:lnTo>
                  <a:pt x="3839355" y="2280881"/>
                </a:lnTo>
                <a:lnTo>
                  <a:pt x="3840679" y="2390573"/>
                </a:lnTo>
                <a:lnTo>
                  <a:pt x="3842270" y="2491371"/>
                </a:lnTo>
                <a:lnTo>
                  <a:pt x="3844124" y="2584352"/>
                </a:lnTo>
                <a:lnTo>
                  <a:pt x="3845715" y="2669787"/>
                </a:lnTo>
                <a:lnTo>
                  <a:pt x="3847305" y="2747677"/>
                </a:lnTo>
                <a:lnTo>
                  <a:pt x="3848100" y="2819366"/>
                </a:lnTo>
                <a:lnTo>
                  <a:pt x="3847835" y="2885127"/>
                </a:lnTo>
                <a:lnTo>
                  <a:pt x="3846776" y="2944959"/>
                </a:lnTo>
                <a:lnTo>
                  <a:pt x="3844124" y="2999400"/>
                </a:lnTo>
                <a:lnTo>
                  <a:pt x="3839884" y="3049260"/>
                </a:lnTo>
                <a:lnTo>
                  <a:pt x="3833524" y="3094807"/>
                </a:lnTo>
                <a:lnTo>
                  <a:pt x="3825044" y="3136582"/>
                </a:lnTo>
                <a:lnTo>
                  <a:pt x="3813913" y="3175123"/>
                </a:lnTo>
                <a:lnTo>
                  <a:pt x="3800131" y="3210697"/>
                </a:lnTo>
                <a:lnTo>
                  <a:pt x="3783435" y="3243848"/>
                </a:lnTo>
                <a:lnTo>
                  <a:pt x="3763293" y="3275111"/>
                </a:lnTo>
                <a:lnTo>
                  <a:pt x="3739442" y="3305027"/>
                </a:lnTo>
                <a:lnTo>
                  <a:pt x="3712144" y="3333865"/>
                </a:lnTo>
                <a:lnTo>
                  <a:pt x="3680342" y="3361894"/>
                </a:lnTo>
                <a:lnTo>
                  <a:pt x="3644299" y="3390462"/>
                </a:lnTo>
                <a:lnTo>
                  <a:pt x="3603751" y="3419031"/>
                </a:lnTo>
                <a:lnTo>
                  <a:pt x="3557903" y="3448676"/>
                </a:lnTo>
                <a:lnTo>
                  <a:pt x="3507284" y="3479670"/>
                </a:lnTo>
                <a:lnTo>
                  <a:pt x="3450834" y="3512282"/>
                </a:lnTo>
                <a:lnTo>
                  <a:pt x="3388819" y="3547319"/>
                </a:lnTo>
                <a:lnTo>
                  <a:pt x="3320709" y="3585320"/>
                </a:lnTo>
                <a:lnTo>
                  <a:pt x="3246768" y="3626555"/>
                </a:lnTo>
                <a:lnTo>
                  <a:pt x="3165671" y="3671563"/>
                </a:lnTo>
                <a:lnTo>
                  <a:pt x="3078214" y="3720345"/>
                </a:lnTo>
                <a:lnTo>
                  <a:pt x="2983338" y="3773978"/>
                </a:lnTo>
                <a:lnTo>
                  <a:pt x="2881570" y="3833002"/>
                </a:lnTo>
                <a:lnTo>
                  <a:pt x="2779801" y="3892294"/>
                </a:lnTo>
                <a:lnTo>
                  <a:pt x="2686249" y="3948352"/>
                </a:lnTo>
                <a:lnTo>
                  <a:pt x="2600383" y="4000099"/>
                </a:lnTo>
                <a:lnTo>
                  <a:pt x="2521406" y="4048342"/>
                </a:lnTo>
                <a:lnTo>
                  <a:pt x="2448792" y="4092272"/>
                </a:lnTo>
                <a:lnTo>
                  <a:pt x="2382271" y="4132969"/>
                </a:lnTo>
                <a:lnTo>
                  <a:pt x="2321050" y="4169353"/>
                </a:lnTo>
                <a:lnTo>
                  <a:pt x="2264867" y="4202233"/>
                </a:lnTo>
                <a:lnTo>
                  <a:pt x="2212922" y="4230801"/>
                </a:lnTo>
                <a:lnTo>
                  <a:pt x="2164688" y="4255866"/>
                </a:lnTo>
                <a:lnTo>
                  <a:pt x="2119636" y="4276887"/>
                </a:lnTo>
                <a:lnTo>
                  <a:pt x="2077231" y="4294406"/>
                </a:lnTo>
                <a:lnTo>
                  <a:pt x="2037213" y="4307881"/>
                </a:lnTo>
                <a:lnTo>
                  <a:pt x="1998521" y="4317315"/>
                </a:lnTo>
                <a:lnTo>
                  <a:pt x="1960887" y="4323244"/>
                </a:lnTo>
                <a:lnTo>
                  <a:pt x="1924316" y="4325130"/>
                </a:lnTo>
                <a:lnTo>
                  <a:pt x="1887212" y="4323244"/>
                </a:lnTo>
                <a:lnTo>
                  <a:pt x="1849579" y="4317315"/>
                </a:lnTo>
                <a:lnTo>
                  <a:pt x="1810887" y="4307881"/>
                </a:lnTo>
                <a:lnTo>
                  <a:pt x="1770868" y="4294406"/>
                </a:lnTo>
                <a:lnTo>
                  <a:pt x="1728466" y="4276887"/>
                </a:lnTo>
                <a:lnTo>
                  <a:pt x="1683412" y="4255866"/>
                </a:lnTo>
                <a:lnTo>
                  <a:pt x="1635178" y="4230801"/>
                </a:lnTo>
                <a:lnTo>
                  <a:pt x="1583233" y="4202233"/>
                </a:lnTo>
                <a:lnTo>
                  <a:pt x="1527049" y="4169353"/>
                </a:lnTo>
                <a:lnTo>
                  <a:pt x="1465830" y="4132969"/>
                </a:lnTo>
                <a:lnTo>
                  <a:pt x="1399310" y="4092272"/>
                </a:lnTo>
                <a:lnTo>
                  <a:pt x="1326694" y="4048342"/>
                </a:lnTo>
                <a:lnTo>
                  <a:pt x="1247717" y="4000099"/>
                </a:lnTo>
                <a:lnTo>
                  <a:pt x="1161851" y="3948352"/>
                </a:lnTo>
                <a:lnTo>
                  <a:pt x="1068299" y="3892294"/>
                </a:lnTo>
                <a:lnTo>
                  <a:pt x="966531" y="3833002"/>
                </a:lnTo>
                <a:lnTo>
                  <a:pt x="864763" y="3773978"/>
                </a:lnTo>
                <a:lnTo>
                  <a:pt x="769885" y="3720345"/>
                </a:lnTo>
                <a:lnTo>
                  <a:pt x="682429" y="3671294"/>
                </a:lnTo>
                <a:lnTo>
                  <a:pt x="601332" y="3626286"/>
                </a:lnTo>
                <a:lnTo>
                  <a:pt x="527391" y="3585320"/>
                </a:lnTo>
                <a:lnTo>
                  <a:pt x="459281" y="3547319"/>
                </a:lnTo>
                <a:lnTo>
                  <a:pt x="397266" y="3512282"/>
                </a:lnTo>
                <a:lnTo>
                  <a:pt x="341081" y="3479670"/>
                </a:lnTo>
                <a:lnTo>
                  <a:pt x="290197" y="3448407"/>
                </a:lnTo>
                <a:lnTo>
                  <a:pt x="244349" y="3419031"/>
                </a:lnTo>
                <a:lnTo>
                  <a:pt x="204066" y="3390462"/>
                </a:lnTo>
                <a:lnTo>
                  <a:pt x="167758" y="3361894"/>
                </a:lnTo>
                <a:lnTo>
                  <a:pt x="135956" y="3333865"/>
                </a:lnTo>
                <a:lnTo>
                  <a:pt x="108658" y="3305027"/>
                </a:lnTo>
                <a:lnTo>
                  <a:pt x="84807" y="3275111"/>
                </a:lnTo>
                <a:lnTo>
                  <a:pt x="64666" y="3243848"/>
                </a:lnTo>
                <a:lnTo>
                  <a:pt x="47969" y="3210697"/>
                </a:lnTo>
                <a:lnTo>
                  <a:pt x="34188" y="3175123"/>
                </a:lnTo>
                <a:lnTo>
                  <a:pt x="23057" y="3136582"/>
                </a:lnTo>
                <a:lnTo>
                  <a:pt x="14841" y="3094807"/>
                </a:lnTo>
                <a:lnTo>
                  <a:pt x="8216" y="3049260"/>
                </a:lnTo>
                <a:lnTo>
                  <a:pt x="3975" y="2999400"/>
                </a:lnTo>
                <a:lnTo>
                  <a:pt x="1325" y="2944959"/>
                </a:lnTo>
                <a:lnTo>
                  <a:pt x="265" y="2885127"/>
                </a:lnTo>
                <a:lnTo>
                  <a:pt x="0" y="2819366"/>
                </a:lnTo>
                <a:lnTo>
                  <a:pt x="795" y="2747677"/>
                </a:lnTo>
                <a:lnTo>
                  <a:pt x="2386" y="2669787"/>
                </a:lnTo>
                <a:lnTo>
                  <a:pt x="3975" y="2584352"/>
                </a:lnTo>
                <a:lnTo>
                  <a:pt x="5831" y="2491371"/>
                </a:lnTo>
                <a:lnTo>
                  <a:pt x="7421" y="2390573"/>
                </a:lnTo>
                <a:lnTo>
                  <a:pt x="8746" y="2280881"/>
                </a:lnTo>
                <a:lnTo>
                  <a:pt x="9276" y="2162566"/>
                </a:lnTo>
                <a:lnTo>
                  <a:pt x="8746" y="2044249"/>
                </a:lnTo>
                <a:lnTo>
                  <a:pt x="7421" y="1934558"/>
                </a:lnTo>
                <a:lnTo>
                  <a:pt x="5831" y="1833761"/>
                </a:lnTo>
                <a:lnTo>
                  <a:pt x="3975" y="1740778"/>
                </a:lnTo>
                <a:lnTo>
                  <a:pt x="2386" y="1655344"/>
                </a:lnTo>
                <a:lnTo>
                  <a:pt x="795" y="1577455"/>
                </a:lnTo>
                <a:lnTo>
                  <a:pt x="0" y="1505764"/>
                </a:lnTo>
                <a:lnTo>
                  <a:pt x="265" y="1440003"/>
                </a:lnTo>
                <a:lnTo>
                  <a:pt x="1325" y="1380171"/>
                </a:lnTo>
                <a:lnTo>
                  <a:pt x="3975" y="1325731"/>
                </a:lnTo>
                <a:lnTo>
                  <a:pt x="8216" y="1275870"/>
                </a:lnTo>
                <a:lnTo>
                  <a:pt x="14576" y="1230323"/>
                </a:lnTo>
                <a:lnTo>
                  <a:pt x="23057" y="1188549"/>
                </a:lnTo>
                <a:lnTo>
                  <a:pt x="34188" y="1150009"/>
                </a:lnTo>
                <a:lnTo>
                  <a:pt x="47969" y="1114433"/>
                </a:lnTo>
                <a:lnTo>
                  <a:pt x="64666" y="1081282"/>
                </a:lnTo>
                <a:lnTo>
                  <a:pt x="84807" y="1050019"/>
                </a:lnTo>
                <a:lnTo>
                  <a:pt x="108658" y="1020103"/>
                </a:lnTo>
                <a:lnTo>
                  <a:pt x="135956" y="991266"/>
                </a:lnTo>
                <a:lnTo>
                  <a:pt x="167758" y="963236"/>
                </a:lnTo>
                <a:lnTo>
                  <a:pt x="203801" y="934668"/>
                </a:lnTo>
                <a:lnTo>
                  <a:pt x="244349" y="906100"/>
                </a:lnTo>
                <a:lnTo>
                  <a:pt x="290197" y="876454"/>
                </a:lnTo>
                <a:lnTo>
                  <a:pt x="340817" y="845460"/>
                </a:lnTo>
                <a:lnTo>
                  <a:pt x="397266" y="812848"/>
                </a:lnTo>
                <a:lnTo>
                  <a:pt x="459281" y="777813"/>
                </a:lnTo>
                <a:lnTo>
                  <a:pt x="527391" y="739812"/>
                </a:lnTo>
                <a:lnTo>
                  <a:pt x="601332" y="698576"/>
                </a:lnTo>
                <a:lnTo>
                  <a:pt x="682429" y="653567"/>
                </a:lnTo>
                <a:lnTo>
                  <a:pt x="769885" y="604785"/>
                </a:lnTo>
                <a:lnTo>
                  <a:pt x="864763" y="551153"/>
                </a:lnTo>
                <a:lnTo>
                  <a:pt x="966531" y="492129"/>
                </a:lnTo>
                <a:lnTo>
                  <a:pt x="1068299" y="432837"/>
                </a:lnTo>
                <a:lnTo>
                  <a:pt x="1161851" y="376778"/>
                </a:lnTo>
                <a:lnTo>
                  <a:pt x="1247717" y="325031"/>
                </a:lnTo>
                <a:lnTo>
                  <a:pt x="1326694" y="276790"/>
                </a:lnTo>
                <a:lnTo>
                  <a:pt x="1399310" y="232858"/>
                </a:lnTo>
                <a:lnTo>
                  <a:pt x="1465830" y="192163"/>
                </a:lnTo>
                <a:lnTo>
                  <a:pt x="1527049" y="155779"/>
                </a:lnTo>
                <a:lnTo>
                  <a:pt x="1583233" y="122897"/>
                </a:lnTo>
                <a:lnTo>
                  <a:pt x="1635178" y="94330"/>
                </a:lnTo>
                <a:lnTo>
                  <a:pt x="1683412" y="69264"/>
                </a:lnTo>
                <a:lnTo>
                  <a:pt x="1728466" y="48243"/>
                </a:lnTo>
                <a:lnTo>
                  <a:pt x="1770868" y="30724"/>
                </a:lnTo>
                <a:lnTo>
                  <a:pt x="1810887" y="17249"/>
                </a:lnTo>
                <a:lnTo>
                  <a:pt x="1849579" y="7816"/>
                </a:lnTo>
                <a:lnTo>
                  <a:pt x="1887212" y="1886"/>
                </a:lnTo>
                <a:close/>
              </a:path>
            </a:pathLst>
          </a:custGeom>
        </p:spPr>
        <p:txBody>
          <a:bodyPr wrap="square">
            <a:noAutofit/>
          </a:bodyPr>
          <a:lstStyle>
            <a:lvl1pPr marL="0" indent="0">
              <a:buNone/>
              <a:defRPr sz="18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47445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ppt_x"/>
                                          </p:val>
                                        </p:tav>
                                        <p:tav tm="100000">
                                          <p:val>
                                            <p:strVal val="#ppt_x"/>
                                          </p:val>
                                        </p:tav>
                                      </p:tavLst>
                                    </p:anim>
                                    <p:anim calcmode="lin" valueType="num">
                                      <p:cBhvr additive="base">
                                        <p:cTn id="8" dur="7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8413750" y="1219200"/>
            <a:ext cx="6546850" cy="4108450"/>
          </a:xfrm>
          <a:prstGeom prst="rect">
            <a:avLst/>
          </a:prstGeom>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347613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325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3_Title and Content">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7505701" y="1862138"/>
            <a:ext cx="1319212" cy="3638550"/>
          </a:xfrm>
          <a:custGeom>
            <a:avLst/>
            <a:gdLst>
              <a:gd name="connsiteX0" fmla="*/ 1316831 w 1319212"/>
              <a:gd name="connsiteY0" fmla="*/ 0 h 3638550"/>
              <a:gd name="connsiteX1" fmla="*/ 1319212 w 1319212"/>
              <a:gd name="connsiteY1" fmla="*/ 3581400 h 3638550"/>
              <a:gd name="connsiteX2" fmla="*/ 0 w 1319212"/>
              <a:gd name="connsiteY2" fmla="*/ 3638550 h 3638550"/>
              <a:gd name="connsiteX3" fmla="*/ 0 w 1319212"/>
              <a:gd name="connsiteY3" fmla="*/ 542925 h 3638550"/>
            </a:gdLst>
            <a:ahLst/>
            <a:cxnLst>
              <a:cxn ang="0">
                <a:pos x="connsiteX0" y="connsiteY0"/>
              </a:cxn>
              <a:cxn ang="0">
                <a:pos x="connsiteX1" y="connsiteY1"/>
              </a:cxn>
              <a:cxn ang="0">
                <a:pos x="connsiteX2" y="connsiteY2"/>
              </a:cxn>
              <a:cxn ang="0">
                <a:pos x="connsiteX3" y="connsiteY3"/>
              </a:cxn>
            </a:cxnLst>
            <a:rect l="l" t="t" r="r" b="b"/>
            <a:pathLst>
              <a:path w="1319212" h="3638550">
                <a:moveTo>
                  <a:pt x="1316831" y="0"/>
                </a:moveTo>
                <a:cubicBezTo>
                  <a:pt x="1317625" y="1012825"/>
                  <a:pt x="1318418" y="2568575"/>
                  <a:pt x="1319212" y="3581400"/>
                </a:cubicBezTo>
                <a:lnTo>
                  <a:pt x="0" y="3638550"/>
                </a:lnTo>
                <a:lnTo>
                  <a:pt x="0" y="542925"/>
                </a:lnTo>
                <a:close/>
              </a:path>
            </a:pathLst>
          </a:custGeom>
        </p:spPr>
        <p:txBody>
          <a:bodyPr wrap="square">
            <a:noAutofit/>
          </a:bodyPr>
          <a:lstStyle>
            <a:lvl1pPr marL="0" indent="0">
              <a:buNone/>
              <a:defRPr sz="1800">
                <a:solidFill>
                  <a:schemeClr val="tx1">
                    <a:lumMod val="65000"/>
                    <a:lumOff val="35000"/>
                  </a:schemeClr>
                </a:solidFill>
              </a:defRPr>
            </a:lvl1pPr>
          </a:lstStyle>
          <a:p>
            <a:endParaRPr lang="id-ID"/>
          </a:p>
        </p:txBody>
      </p:sp>
      <p:sp>
        <p:nvSpPr>
          <p:cNvPr id="14" name="Picture Placeholder 13"/>
          <p:cNvSpPr>
            <a:spLocks noGrp="1"/>
          </p:cNvSpPr>
          <p:nvPr>
            <p:ph type="pic" sz="quarter" idx="11"/>
          </p:nvPr>
        </p:nvSpPr>
        <p:spPr>
          <a:xfrm>
            <a:off x="9126948" y="1082779"/>
            <a:ext cx="1567246" cy="4322658"/>
          </a:xfrm>
          <a:custGeom>
            <a:avLst/>
            <a:gdLst>
              <a:gd name="connsiteX0" fmla="*/ 1316831 w 1319212"/>
              <a:gd name="connsiteY0" fmla="*/ 0 h 3638550"/>
              <a:gd name="connsiteX1" fmla="*/ 1319212 w 1319212"/>
              <a:gd name="connsiteY1" fmla="*/ 3581400 h 3638550"/>
              <a:gd name="connsiteX2" fmla="*/ 0 w 1319212"/>
              <a:gd name="connsiteY2" fmla="*/ 3638550 h 3638550"/>
              <a:gd name="connsiteX3" fmla="*/ 0 w 1319212"/>
              <a:gd name="connsiteY3" fmla="*/ 542925 h 3638550"/>
            </a:gdLst>
            <a:ahLst/>
            <a:cxnLst>
              <a:cxn ang="0">
                <a:pos x="connsiteX0" y="connsiteY0"/>
              </a:cxn>
              <a:cxn ang="0">
                <a:pos x="connsiteX1" y="connsiteY1"/>
              </a:cxn>
              <a:cxn ang="0">
                <a:pos x="connsiteX2" y="connsiteY2"/>
              </a:cxn>
              <a:cxn ang="0">
                <a:pos x="connsiteX3" y="connsiteY3"/>
              </a:cxn>
            </a:cxnLst>
            <a:rect l="l" t="t" r="r" b="b"/>
            <a:pathLst>
              <a:path w="1319212" h="3638550">
                <a:moveTo>
                  <a:pt x="1316831" y="0"/>
                </a:moveTo>
                <a:cubicBezTo>
                  <a:pt x="1317625" y="1012825"/>
                  <a:pt x="1318418" y="2568575"/>
                  <a:pt x="1319212" y="3581400"/>
                </a:cubicBezTo>
                <a:lnTo>
                  <a:pt x="0" y="3638550"/>
                </a:lnTo>
                <a:lnTo>
                  <a:pt x="0" y="542925"/>
                </a:lnTo>
                <a:close/>
              </a:path>
            </a:pathLst>
          </a:custGeom>
        </p:spPr>
        <p:txBody>
          <a:bodyPr wrap="square">
            <a:noAutofit/>
          </a:bodyPr>
          <a:lstStyle>
            <a:lvl1pPr marL="0" indent="0">
              <a:buNone/>
              <a:defRPr sz="1800">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70774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3250"/>
                                  </p:stCondLst>
                                  <p:endCondLst>
                                    <p:cond evt="begin" delay="0">
                                      <p:tn val="5"/>
                                    </p:cond>
                                  </p:end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nodePh="1">
                                  <p:stCondLst>
                                    <p:cond delay="3750"/>
                                  </p:stCondLst>
                                  <p:endCondLst>
                                    <p:cond evt="begin" delay="0">
                                      <p:tn val="8"/>
                                    </p:cond>
                                  </p:end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4_Title and Content">
    <p:spTree>
      <p:nvGrpSpPr>
        <p:cNvPr id="1" name=""/>
        <p:cNvGrpSpPr/>
        <p:nvPr/>
      </p:nvGrpSpPr>
      <p:grpSpPr>
        <a:xfrm>
          <a:off x="0" y="0"/>
          <a:ext cx="0" cy="0"/>
          <a:chOff x="0" y="0"/>
          <a:chExt cx="0" cy="0"/>
        </a:xfrm>
      </p:grpSpPr>
      <p:sp>
        <p:nvSpPr>
          <p:cNvPr id="4" name="Text Placeholder 2"/>
          <p:cNvSpPr>
            <a:spLocks noGrp="1"/>
          </p:cNvSpPr>
          <p:nvPr>
            <p:ph type="body" sz="quarter" idx="10"/>
          </p:nvPr>
        </p:nvSpPr>
        <p:spPr>
          <a:xfrm>
            <a:off x="1114425" y="444190"/>
            <a:ext cx="9963150" cy="800100"/>
          </a:xfrm>
          <a:prstGeom prst="rect">
            <a:avLst/>
          </a:prstGeom>
        </p:spPr>
        <p:txBody>
          <a:bodyPr/>
          <a:lstStyle>
            <a:lvl1pPr marL="0" indent="0" algn="ctr">
              <a:buNone/>
              <a:defRPr sz="4800">
                <a:solidFill>
                  <a:schemeClr val="tx1">
                    <a:lumMod val="65000"/>
                    <a:lumOff val="35000"/>
                  </a:schemeClr>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47383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25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2" presetClass="entr" presetSubtype="1" decel="100000" fill="hold" nodeType="withEffect" nodePh="1">
                  <p:stCondLst>
                    <p:cond delay="250"/>
                  </p:stCondLst>
                  <p:endCondLst>
                    <p:cond delay="0"/>
                  </p:end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ppt_x"/>
                          </p:val>
                        </p:tav>
                        <p:tav tm="100000">
                          <p:val>
                            <p:strVal val="#ppt_x"/>
                          </p:val>
                        </p:tav>
                      </p:tavLst>
                    </p:anim>
                    <p:anim calcmode="lin" valueType="num">
                      <p:cBhvr additive="base">
                        <p:cTn dur="50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5_Title and Content">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0" y="0"/>
            <a:ext cx="6724650"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121175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6_Title and Content">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0" y="0"/>
            <a:ext cx="5962650" cy="6858000"/>
          </a:xfrm>
          <a:prstGeom prst="rect">
            <a:avLst/>
          </a:prstGeom>
        </p:spPr>
        <p:txBody>
          <a:bodyPr/>
          <a:lstStyle>
            <a:lvl1pPr marL="0" indent="0">
              <a:buNone/>
              <a:defRPr>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3996590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7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4619625"/>
          </a:xfrm>
          <a:prstGeom prst="rect">
            <a:avLst/>
          </a:prstGeom>
        </p:spPr>
        <p:txBody>
          <a:bodyPr/>
          <a:lstStyle>
            <a:lvl1pPr marL="0" indent="0">
              <a:buNone/>
              <a:defRPr sz="20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75835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8_Title and Conten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6350"/>
            <a:ext cx="7135244" cy="6858000"/>
          </a:xfrm>
          <a:custGeom>
            <a:avLst/>
            <a:gdLst>
              <a:gd name="connsiteX0" fmla="*/ 0 w 7135244"/>
              <a:gd name="connsiteY0" fmla="*/ 0 h 6858000"/>
              <a:gd name="connsiteX1" fmla="*/ 3697122 w 7135244"/>
              <a:gd name="connsiteY1" fmla="*/ 0 h 6858000"/>
              <a:gd name="connsiteX2" fmla="*/ 7135244 w 7135244"/>
              <a:gd name="connsiteY2" fmla="*/ 3429000 h 6858000"/>
              <a:gd name="connsiteX3" fmla="*/ 3697122 w 7135244"/>
              <a:gd name="connsiteY3" fmla="*/ 6858000 h 6858000"/>
              <a:gd name="connsiteX4" fmla="*/ 0 w 713524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5244" h="6858000">
                <a:moveTo>
                  <a:pt x="0" y="0"/>
                </a:moveTo>
                <a:lnTo>
                  <a:pt x="3697122" y="0"/>
                </a:lnTo>
                <a:lnTo>
                  <a:pt x="7135244" y="3429000"/>
                </a:lnTo>
                <a:lnTo>
                  <a:pt x="3697122" y="6858000"/>
                </a:lnTo>
                <a:lnTo>
                  <a:pt x="0" y="6858000"/>
                </a:lnTo>
                <a:close/>
              </a:path>
            </a:pathLst>
          </a:custGeom>
        </p:spPr>
        <p:txBody>
          <a:bodyPr wrap="square">
            <a:noAutofit/>
          </a:bodyPr>
          <a:lstStyle>
            <a:lvl1pPr marL="0" indent="0">
              <a:buNone/>
              <a:defRPr sz="2000"/>
            </a:lvl1pPr>
          </a:lstStyle>
          <a:p>
            <a:endParaRPr lang="id-ID"/>
          </a:p>
        </p:txBody>
      </p:sp>
    </p:spTree>
    <p:extLst>
      <p:ext uri="{BB962C8B-B14F-4D97-AF65-F5344CB8AC3E}">
        <p14:creationId xmlns:p14="http://schemas.microsoft.com/office/powerpoint/2010/main" val="137533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3448050"/>
          </a:xfrm>
          <a:prstGeom prst="rect">
            <a:avLst/>
          </a:prstGeom>
        </p:spPr>
        <p:txBody>
          <a:bodyPr/>
          <a:lstStyle>
            <a:lvl1pPr marL="0" indent="0">
              <a:buNone/>
              <a:defRPr sz="2000"/>
            </a:lvl1pPr>
          </a:lstStyle>
          <a:p>
            <a:endParaRPr lang="id-ID"/>
          </a:p>
        </p:txBody>
      </p:sp>
      <p:sp>
        <p:nvSpPr>
          <p:cNvPr id="5" name="Text Placeholder 2"/>
          <p:cNvSpPr>
            <a:spLocks noGrp="1"/>
          </p:cNvSpPr>
          <p:nvPr>
            <p:ph type="body" sz="quarter" idx="11"/>
          </p:nvPr>
        </p:nvSpPr>
        <p:spPr>
          <a:xfrm>
            <a:off x="1114425" y="444190"/>
            <a:ext cx="9963150" cy="800100"/>
          </a:xfrm>
          <a:prstGeom prst="rect">
            <a:avLst/>
          </a:prstGeom>
        </p:spPr>
        <p:txBody>
          <a:bodyPr/>
          <a:lstStyle>
            <a:lvl1pPr marL="0" indent="0" algn="ctr">
              <a:buNone/>
              <a:defRPr sz="4800">
                <a:solidFill>
                  <a:schemeClr val="bg1"/>
                </a:solidFill>
                <a:latin typeface="Bebas Neue" panose="020B0606020202050201" pitchFamily="34" charset="0"/>
              </a:defRPr>
            </a:lvl1pPr>
          </a:lstStyle>
          <a:p>
            <a:pPr lvl="0"/>
            <a:endParaRPr lang="id-ID" dirty="0"/>
          </a:p>
        </p:txBody>
      </p:sp>
    </p:spTree>
    <p:extLst>
      <p:ext uri="{BB962C8B-B14F-4D97-AF65-F5344CB8AC3E}">
        <p14:creationId xmlns:p14="http://schemas.microsoft.com/office/powerpoint/2010/main" val="92570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ppt_x"/>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nodePh="1">
                                  <p:stCondLst>
                                    <p:cond delay="1000"/>
                                  </p:stCondLst>
                                  <p:endCondLst>
                                    <p:cond evt="begin" delay="0">
                                      <p:tn val="9"/>
                                    </p:cond>
                                  </p:end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tmplLst>
          <p:tmpl lvl="1">
            <p:tnLst>
              <p:par>
                <p:cTn presetID="2" presetClass="entr" presetSubtype="1" decel="100000" fill="hold" nodeType="withEffect" nodePh="1">
                  <p:stCondLst>
                    <p:cond delay="1000"/>
                  </p:stCondLst>
                  <p:endCondLst>
                    <p:cond delay="0"/>
                  </p:end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50_Title and Conten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914400" y="227013"/>
            <a:ext cx="417195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3" name="Picture Placeholder 11"/>
          <p:cNvSpPr>
            <a:spLocks noGrp="1"/>
          </p:cNvSpPr>
          <p:nvPr>
            <p:ph type="pic" sz="quarter" idx="11"/>
          </p:nvPr>
        </p:nvSpPr>
        <p:spPr>
          <a:xfrm>
            <a:off x="3505199" y="227013"/>
            <a:ext cx="621030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4" name="Picture Placeholder 11"/>
          <p:cNvSpPr>
            <a:spLocks noGrp="1"/>
          </p:cNvSpPr>
          <p:nvPr>
            <p:ph type="pic" sz="quarter" idx="12"/>
          </p:nvPr>
        </p:nvSpPr>
        <p:spPr>
          <a:xfrm>
            <a:off x="6286687" y="2432301"/>
            <a:ext cx="372817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5" name="Picture Placeholder 11"/>
          <p:cNvSpPr>
            <a:spLocks noGrp="1"/>
          </p:cNvSpPr>
          <p:nvPr>
            <p:ph type="pic" sz="quarter" idx="13"/>
          </p:nvPr>
        </p:nvSpPr>
        <p:spPr>
          <a:xfrm>
            <a:off x="10254343" y="2432301"/>
            <a:ext cx="3728170"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6" name="Picture Placeholder 11"/>
          <p:cNvSpPr>
            <a:spLocks noGrp="1"/>
          </p:cNvSpPr>
          <p:nvPr>
            <p:ph type="pic" sz="quarter" idx="14"/>
          </p:nvPr>
        </p:nvSpPr>
        <p:spPr>
          <a:xfrm>
            <a:off x="9113344" y="4628579"/>
            <a:ext cx="4354286"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7" name="Picture Placeholder 11"/>
          <p:cNvSpPr>
            <a:spLocks noGrp="1"/>
          </p:cNvSpPr>
          <p:nvPr>
            <p:ph type="pic" sz="quarter" idx="15"/>
          </p:nvPr>
        </p:nvSpPr>
        <p:spPr>
          <a:xfrm>
            <a:off x="4476030" y="4628579"/>
            <a:ext cx="4354286"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8" name="Picture Placeholder 11"/>
          <p:cNvSpPr>
            <a:spLocks noGrp="1"/>
          </p:cNvSpPr>
          <p:nvPr>
            <p:ph type="pic" sz="quarter" idx="16"/>
          </p:nvPr>
        </p:nvSpPr>
        <p:spPr>
          <a:xfrm>
            <a:off x="-914400" y="4628579"/>
            <a:ext cx="5107402"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19" name="Picture Placeholder 11"/>
          <p:cNvSpPr>
            <a:spLocks noGrp="1"/>
          </p:cNvSpPr>
          <p:nvPr>
            <p:ph type="pic" sz="quarter" idx="17"/>
          </p:nvPr>
        </p:nvSpPr>
        <p:spPr>
          <a:xfrm>
            <a:off x="-2415879" y="2432301"/>
            <a:ext cx="3856589" cy="1990725"/>
          </a:xfrm>
          <a:prstGeom prst="rect">
            <a:avLst/>
          </a:prstGeom>
        </p:spPr>
        <p:txBody>
          <a:bodyPr/>
          <a:lstStyle>
            <a:lvl1pPr marL="0" indent="0">
              <a:buNone/>
              <a:defRPr sz="2400">
                <a:solidFill>
                  <a:schemeClr val="bg1">
                    <a:lumMod val="50000"/>
                  </a:schemeClr>
                </a:solidFill>
              </a:defRPr>
            </a:lvl1pPr>
          </a:lstStyle>
          <a:p>
            <a:endParaRPr lang="id-ID"/>
          </a:p>
        </p:txBody>
      </p:sp>
      <p:sp>
        <p:nvSpPr>
          <p:cNvPr id="20" name="Picture Placeholder 11"/>
          <p:cNvSpPr>
            <a:spLocks noGrp="1"/>
          </p:cNvSpPr>
          <p:nvPr>
            <p:ph type="pic" sz="quarter" idx="18"/>
          </p:nvPr>
        </p:nvSpPr>
        <p:spPr>
          <a:xfrm>
            <a:off x="9963149" y="213919"/>
            <a:ext cx="4405994" cy="1990725"/>
          </a:xfrm>
          <a:prstGeom prst="rect">
            <a:avLst/>
          </a:prstGeom>
        </p:spPr>
        <p:txBody>
          <a:bodyPr/>
          <a:lstStyle>
            <a:lvl1pPr marL="0" indent="0">
              <a:buNone/>
              <a:defRPr sz="2400">
                <a:solidFill>
                  <a:schemeClr val="bg1">
                    <a:lumMod val="50000"/>
                  </a:schemeClr>
                </a:solidFill>
              </a:defRPr>
            </a:lvl1pPr>
          </a:lstStyle>
          <a:p>
            <a:endParaRPr lang="id-ID"/>
          </a:p>
        </p:txBody>
      </p:sp>
    </p:spTree>
    <p:extLst>
      <p:ext uri="{BB962C8B-B14F-4D97-AF65-F5344CB8AC3E}">
        <p14:creationId xmlns:p14="http://schemas.microsoft.com/office/powerpoint/2010/main" val="38899879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5293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52_Title and Content">
    <p:spTree>
      <p:nvGrpSpPr>
        <p:cNvPr id="1" name=""/>
        <p:cNvGrpSpPr/>
        <p:nvPr/>
      </p:nvGrpSpPr>
      <p:grpSpPr>
        <a:xfrm>
          <a:off x="0" y="0"/>
          <a:ext cx="0" cy="0"/>
          <a:chOff x="0" y="0"/>
          <a:chExt cx="0" cy="0"/>
        </a:xfrm>
      </p:grpSpPr>
      <p:sp>
        <p:nvSpPr>
          <p:cNvPr id="14" name="Picture Placeholder 13"/>
          <p:cNvSpPr>
            <a:spLocks noGrp="1"/>
          </p:cNvSpPr>
          <p:nvPr>
            <p:ph type="pic" sz="quarter" idx="10"/>
          </p:nvPr>
        </p:nvSpPr>
        <p:spPr>
          <a:xfrm>
            <a:off x="0" y="0"/>
            <a:ext cx="2992438" cy="2509838"/>
          </a:xfrm>
          <a:prstGeom prst="rect">
            <a:avLst/>
          </a:prstGeom>
        </p:spPr>
        <p:txBody>
          <a:bodyPr/>
          <a:lstStyle>
            <a:lvl1pPr marL="0" indent="0">
              <a:buNone/>
              <a:defRPr sz="2000">
                <a:solidFill>
                  <a:schemeClr val="bg1">
                    <a:lumMod val="50000"/>
                  </a:schemeClr>
                </a:solidFill>
              </a:defRPr>
            </a:lvl1pPr>
          </a:lstStyle>
          <a:p>
            <a:endParaRPr lang="id-ID"/>
          </a:p>
        </p:txBody>
      </p:sp>
      <p:sp>
        <p:nvSpPr>
          <p:cNvPr id="15" name="Picture Placeholder 13"/>
          <p:cNvSpPr>
            <a:spLocks noGrp="1"/>
          </p:cNvSpPr>
          <p:nvPr>
            <p:ph type="pic" sz="quarter" idx="11"/>
          </p:nvPr>
        </p:nvSpPr>
        <p:spPr>
          <a:xfrm>
            <a:off x="0" y="2597148"/>
            <a:ext cx="2992438" cy="4260851"/>
          </a:xfrm>
          <a:prstGeom prst="rect">
            <a:avLst/>
          </a:prstGeom>
        </p:spPr>
        <p:txBody>
          <a:bodyPr/>
          <a:lstStyle>
            <a:lvl1pPr marL="0" indent="0">
              <a:buNone/>
              <a:defRPr sz="2000">
                <a:solidFill>
                  <a:schemeClr val="bg1">
                    <a:lumMod val="50000"/>
                  </a:schemeClr>
                </a:solidFill>
              </a:defRPr>
            </a:lvl1pPr>
          </a:lstStyle>
          <a:p>
            <a:endParaRPr lang="id-ID"/>
          </a:p>
        </p:txBody>
      </p:sp>
      <p:sp>
        <p:nvSpPr>
          <p:cNvPr id="16" name="Picture Placeholder 13"/>
          <p:cNvSpPr>
            <a:spLocks noGrp="1"/>
          </p:cNvSpPr>
          <p:nvPr>
            <p:ph type="pic" sz="quarter" idx="12"/>
          </p:nvPr>
        </p:nvSpPr>
        <p:spPr>
          <a:xfrm>
            <a:off x="3079590" y="0"/>
            <a:ext cx="2992438" cy="3619500"/>
          </a:xfrm>
          <a:prstGeom prst="rect">
            <a:avLst/>
          </a:prstGeom>
        </p:spPr>
        <p:txBody>
          <a:bodyPr/>
          <a:lstStyle>
            <a:lvl1pPr marL="0" indent="0">
              <a:buNone/>
              <a:defRPr sz="2000">
                <a:solidFill>
                  <a:schemeClr val="bg1">
                    <a:lumMod val="50000"/>
                  </a:schemeClr>
                </a:solidFill>
              </a:defRPr>
            </a:lvl1pPr>
          </a:lstStyle>
          <a:p>
            <a:endParaRPr lang="id-ID"/>
          </a:p>
        </p:txBody>
      </p:sp>
      <p:sp>
        <p:nvSpPr>
          <p:cNvPr id="17" name="Picture Placeholder 13"/>
          <p:cNvSpPr>
            <a:spLocks noGrp="1"/>
          </p:cNvSpPr>
          <p:nvPr>
            <p:ph type="pic" sz="quarter" idx="13"/>
          </p:nvPr>
        </p:nvSpPr>
        <p:spPr>
          <a:xfrm>
            <a:off x="3079590" y="3711575"/>
            <a:ext cx="2992438" cy="3146424"/>
          </a:xfrm>
          <a:prstGeom prst="rect">
            <a:avLst/>
          </a:prstGeom>
        </p:spPr>
        <p:txBody>
          <a:bodyPr/>
          <a:lstStyle>
            <a:lvl1pPr marL="0" indent="0">
              <a:buNone/>
              <a:defRPr sz="2000">
                <a:solidFill>
                  <a:schemeClr val="bg1">
                    <a:lumMod val="50000"/>
                  </a:schemeClr>
                </a:solidFill>
              </a:defRPr>
            </a:lvl1pPr>
          </a:lstStyle>
          <a:p>
            <a:endParaRPr lang="id-ID"/>
          </a:p>
        </p:txBody>
      </p:sp>
      <p:sp>
        <p:nvSpPr>
          <p:cNvPr id="18" name="Picture Placeholder 13"/>
          <p:cNvSpPr>
            <a:spLocks noGrp="1"/>
          </p:cNvSpPr>
          <p:nvPr>
            <p:ph type="pic" sz="quarter" idx="14"/>
          </p:nvPr>
        </p:nvSpPr>
        <p:spPr>
          <a:xfrm>
            <a:off x="6159180" y="4967287"/>
            <a:ext cx="2971560" cy="1890711"/>
          </a:xfrm>
          <a:prstGeom prst="rect">
            <a:avLst/>
          </a:prstGeom>
        </p:spPr>
        <p:txBody>
          <a:bodyPr/>
          <a:lstStyle>
            <a:lvl1pPr marL="0" indent="0">
              <a:buNone/>
              <a:defRPr sz="2000">
                <a:solidFill>
                  <a:schemeClr val="bg1">
                    <a:lumMod val="50000"/>
                  </a:schemeClr>
                </a:solidFill>
              </a:defRPr>
            </a:lvl1pPr>
          </a:lstStyle>
          <a:p>
            <a:endParaRPr lang="id-ID"/>
          </a:p>
        </p:txBody>
      </p:sp>
      <p:sp>
        <p:nvSpPr>
          <p:cNvPr id="19" name="Picture Placeholder 13"/>
          <p:cNvSpPr>
            <a:spLocks noGrp="1"/>
          </p:cNvSpPr>
          <p:nvPr>
            <p:ph type="pic" sz="quarter" idx="15"/>
          </p:nvPr>
        </p:nvSpPr>
        <p:spPr>
          <a:xfrm>
            <a:off x="6159180" y="1"/>
            <a:ext cx="2971560" cy="4876800"/>
          </a:xfrm>
          <a:prstGeom prst="rect">
            <a:avLst/>
          </a:prstGeom>
        </p:spPr>
        <p:txBody>
          <a:bodyPr/>
          <a:lstStyle>
            <a:lvl1pPr marL="0" indent="0">
              <a:buNone/>
              <a:defRPr sz="2000">
                <a:solidFill>
                  <a:schemeClr val="bg1">
                    <a:lumMod val="50000"/>
                  </a:schemeClr>
                </a:solidFill>
              </a:defRPr>
            </a:lvl1pPr>
          </a:lstStyle>
          <a:p>
            <a:endParaRPr lang="id-ID"/>
          </a:p>
        </p:txBody>
      </p:sp>
      <p:sp>
        <p:nvSpPr>
          <p:cNvPr id="20" name="Picture Placeholder 13"/>
          <p:cNvSpPr>
            <a:spLocks noGrp="1"/>
          </p:cNvSpPr>
          <p:nvPr>
            <p:ph type="pic" sz="quarter" idx="16"/>
          </p:nvPr>
        </p:nvSpPr>
        <p:spPr>
          <a:xfrm>
            <a:off x="9220440" y="0"/>
            <a:ext cx="2971560" cy="1866901"/>
          </a:xfrm>
          <a:prstGeom prst="rect">
            <a:avLst/>
          </a:prstGeom>
        </p:spPr>
        <p:txBody>
          <a:bodyPr/>
          <a:lstStyle>
            <a:lvl1pPr marL="0" indent="0">
              <a:buNone/>
              <a:defRPr sz="2000">
                <a:solidFill>
                  <a:schemeClr val="bg1">
                    <a:lumMod val="50000"/>
                  </a:schemeClr>
                </a:solidFill>
              </a:defRPr>
            </a:lvl1pPr>
          </a:lstStyle>
          <a:p>
            <a:endParaRPr lang="id-ID"/>
          </a:p>
        </p:txBody>
      </p:sp>
      <p:sp>
        <p:nvSpPr>
          <p:cNvPr id="21" name="Picture Placeholder 13"/>
          <p:cNvSpPr>
            <a:spLocks noGrp="1"/>
          </p:cNvSpPr>
          <p:nvPr>
            <p:ph type="pic" sz="quarter" idx="17"/>
          </p:nvPr>
        </p:nvSpPr>
        <p:spPr>
          <a:xfrm>
            <a:off x="9220440" y="1971675"/>
            <a:ext cx="2971560" cy="4886323"/>
          </a:xfrm>
          <a:prstGeom prst="rect">
            <a:avLst/>
          </a:prstGeom>
        </p:spPr>
        <p:txBody>
          <a:bodyPr/>
          <a:lstStyle>
            <a:lvl1pPr marL="0" indent="0">
              <a:buNone/>
              <a:defRPr sz="2000">
                <a:solidFill>
                  <a:schemeClr val="bg1">
                    <a:lumMod val="50000"/>
                  </a:schemeClr>
                </a:solidFill>
              </a:defRPr>
            </a:lvl1pPr>
          </a:lstStyle>
          <a:p>
            <a:endParaRPr lang="id-ID"/>
          </a:p>
        </p:txBody>
      </p:sp>
      <p:sp>
        <p:nvSpPr>
          <p:cNvPr id="24" name="Picture Placeholder 23"/>
          <p:cNvSpPr>
            <a:spLocks noGrp="1"/>
          </p:cNvSpPr>
          <p:nvPr>
            <p:ph type="pic" sz="quarter" idx="18"/>
          </p:nvPr>
        </p:nvSpPr>
        <p:spPr>
          <a:xfrm>
            <a:off x="4080669" y="774700"/>
            <a:ext cx="4030662" cy="5308600"/>
          </a:xfrm>
          <a:prstGeom prst="rect">
            <a:avLst/>
          </a:prstGeom>
          <a:effectLst>
            <a:outerShdw blurRad="635000" algn="ctr" rotWithShape="0">
              <a:schemeClr val="tx1">
                <a:lumMod val="95000"/>
                <a:lumOff val="5000"/>
                <a:alpha val="40000"/>
              </a:schemeClr>
            </a:outerShdw>
          </a:effectLst>
        </p:spPr>
        <p:txBody>
          <a:bodyPr/>
          <a:lstStyle>
            <a:lvl1pPr marL="0" indent="0">
              <a:buNone/>
              <a:defRPr>
                <a:solidFill>
                  <a:schemeClr val="bg1">
                    <a:lumMod val="50000"/>
                  </a:schemeClr>
                </a:solidFill>
              </a:defRPr>
            </a:lvl1pPr>
          </a:lstStyle>
          <a:p>
            <a:endParaRPr lang="id-ID"/>
          </a:p>
        </p:txBody>
      </p:sp>
    </p:spTree>
    <p:extLst>
      <p:ext uri="{BB962C8B-B14F-4D97-AF65-F5344CB8AC3E}">
        <p14:creationId xmlns:p14="http://schemas.microsoft.com/office/powerpoint/2010/main" val="2769586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grpId="0" nodeType="withEffect" nodePh="1">
                                  <p:stCondLst>
                                    <p:cond delay="0"/>
                                  </p:stCondLst>
                                  <p:endCondLst>
                                    <p:cond evt="begin" delay="0">
                                      <p:tn val="14"/>
                                    </p:cond>
                                  </p:end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000"/>
                                        <p:tgtEl>
                                          <p:spTgt spid="17"/>
                                        </p:tgtEl>
                                      </p:cBhvr>
                                    </p:animEffect>
                                  </p:childTnLst>
                                </p:cTn>
                              </p:par>
                              <p:par>
                                <p:cTn id="17" presetID="10" presetClass="entr" presetSubtype="0" fill="hold" grpId="0" nodeType="withEffect" nodePh="1">
                                  <p:stCondLst>
                                    <p:cond delay="0"/>
                                  </p:stCondLst>
                                  <p:endCondLst>
                                    <p:cond evt="begin" delay="0">
                                      <p:tn val="17"/>
                                    </p:cond>
                                  </p:end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grpId="0" nodeType="withEffect" nodePh="1">
                                  <p:stCondLst>
                                    <p:cond delay="0"/>
                                  </p:stCondLst>
                                  <p:endCondLst>
                                    <p:cond evt="begin" delay="0">
                                      <p:tn val="20"/>
                                    </p:cond>
                                  </p:end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0"/>
                                        <p:tgtEl>
                                          <p:spTgt spid="18"/>
                                        </p:tgtEl>
                                      </p:cBhvr>
                                    </p:animEffect>
                                  </p:childTnLst>
                                </p:cTn>
                              </p:par>
                              <p:par>
                                <p:cTn id="23" presetID="10" presetClass="entr" presetSubtype="0" fill="hold" grpId="0" nodeType="withEffect" nodePh="1">
                                  <p:stCondLst>
                                    <p:cond delay="0"/>
                                  </p:stCondLst>
                                  <p:endCondLst>
                                    <p:cond evt="begin" delay="0">
                                      <p:tn val="23"/>
                                    </p:cond>
                                  </p:end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0"/>
                                        <p:tgtEl>
                                          <p:spTgt spid="21"/>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000"/>
                                        <p:tgtEl>
                                          <p:spTgt spid="20"/>
                                        </p:tgtEl>
                                      </p:cBhvr>
                                    </p:animEffect>
                                  </p:childTnLst>
                                </p:cTn>
                              </p:par>
                              <p:par>
                                <p:cTn id="29" presetID="53" presetClass="entr" presetSubtype="16" fill="hold" grpId="0" nodeType="withEffect" nodePh="1">
                                  <p:stCondLst>
                                    <p:cond delay="250"/>
                                  </p:stCondLst>
                                  <p:endCondLst>
                                    <p:cond evt="begin" delay="0">
                                      <p:tn val="29"/>
                                    </p:cond>
                                  </p:end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1" grpId="0"/>
      <p:bldP spid="24" grpId="0"/>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54_Title and Conten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lstStyle>
            <a:lvl1pPr marL="0" indent="0">
              <a:buNone/>
              <a:defRPr/>
            </a:lvl1pPr>
          </a:lstStyle>
          <a:p>
            <a:endParaRPr lang="id-ID"/>
          </a:p>
        </p:txBody>
      </p:sp>
    </p:spTree>
    <p:extLst>
      <p:ext uri="{BB962C8B-B14F-4D97-AF65-F5344CB8AC3E}">
        <p14:creationId xmlns:p14="http://schemas.microsoft.com/office/powerpoint/2010/main" val="27274156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84609" y="6332386"/>
            <a:ext cx="11422782" cy="261610"/>
            <a:chOff x="400375" y="6332386"/>
            <a:chExt cx="11422782" cy="261610"/>
          </a:xfrm>
        </p:grpSpPr>
        <p:grpSp>
          <p:nvGrpSpPr>
            <p:cNvPr id="8" name="Group 7"/>
            <p:cNvGrpSpPr/>
            <p:nvPr/>
          </p:nvGrpSpPr>
          <p:grpSpPr>
            <a:xfrm>
              <a:off x="400375" y="6332386"/>
              <a:ext cx="3332848" cy="261610"/>
              <a:chOff x="361913" y="6408848"/>
              <a:chExt cx="3332848" cy="261610"/>
            </a:xfrm>
          </p:grpSpPr>
          <p:sp>
            <p:nvSpPr>
              <p:cNvPr id="26" name="Freeform 62"/>
              <p:cNvSpPr>
                <a:spLocks noEditPoints="1"/>
              </p:cNvSpPr>
              <p:nvPr/>
            </p:nvSpPr>
            <p:spPr bwMode="auto">
              <a:xfrm>
                <a:off x="361913" y="6479934"/>
                <a:ext cx="121482" cy="119439"/>
              </a:xfrm>
              <a:custGeom>
                <a:avLst/>
                <a:gdLst>
                  <a:gd name="T0" fmla="*/ 92739 w 55"/>
                  <a:gd name="T1" fmla="*/ 185737 h 54"/>
                  <a:gd name="T2" fmla="*/ 0 w 55"/>
                  <a:gd name="T3" fmla="*/ 92869 h 54"/>
                  <a:gd name="T4" fmla="*/ 92739 w 55"/>
                  <a:gd name="T5" fmla="*/ 0 h 54"/>
                  <a:gd name="T6" fmla="*/ 188913 w 55"/>
                  <a:gd name="T7" fmla="*/ 92869 h 54"/>
                  <a:gd name="T8" fmla="*/ 92739 w 55"/>
                  <a:gd name="T9" fmla="*/ 185737 h 54"/>
                  <a:gd name="T10" fmla="*/ 13739 w 55"/>
                  <a:gd name="T11" fmla="*/ 92869 h 54"/>
                  <a:gd name="T12" fmla="*/ 92739 w 55"/>
                  <a:gd name="T13" fmla="*/ 171979 h 54"/>
                  <a:gd name="T14" fmla="*/ 171739 w 55"/>
                  <a:gd name="T15" fmla="*/ 92869 h 54"/>
                  <a:gd name="T16" fmla="*/ 92739 w 55"/>
                  <a:gd name="T17" fmla="*/ 13758 h 54"/>
                  <a:gd name="T18" fmla="*/ 13739 w 55"/>
                  <a:gd name="T19" fmla="*/ 92869 h 54"/>
                  <a:gd name="T20" fmla="*/ 140826 w 55"/>
                  <a:gd name="T21" fmla="*/ 127264 h 54"/>
                  <a:gd name="T22" fmla="*/ 96174 w 55"/>
                  <a:gd name="T23" fmla="*/ 151341 h 54"/>
                  <a:gd name="T24" fmla="*/ 37783 w 55"/>
                  <a:gd name="T25" fmla="*/ 92869 h 54"/>
                  <a:gd name="T26" fmla="*/ 96174 w 55"/>
                  <a:gd name="T27" fmla="*/ 34396 h 54"/>
                  <a:gd name="T28" fmla="*/ 137391 w 55"/>
                  <a:gd name="T29" fmla="*/ 58473 h 54"/>
                  <a:gd name="T30" fmla="*/ 137391 w 55"/>
                  <a:gd name="T31" fmla="*/ 72231 h 54"/>
                  <a:gd name="T32" fmla="*/ 137391 w 55"/>
                  <a:gd name="T33" fmla="*/ 72231 h 54"/>
                  <a:gd name="T34" fmla="*/ 123652 w 55"/>
                  <a:gd name="T35" fmla="*/ 72231 h 54"/>
                  <a:gd name="T36" fmla="*/ 120217 w 55"/>
                  <a:gd name="T37" fmla="*/ 72231 h 54"/>
                  <a:gd name="T38" fmla="*/ 120217 w 55"/>
                  <a:gd name="T39" fmla="*/ 61912 h 54"/>
                  <a:gd name="T40" fmla="*/ 96174 w 55"/>
                  <a:gd name="T41" fmla="*/ 51594 h 54"/>
                  <a:gd name="T42" fmla="*/ 54957 w 55"/>
                  <a:gd name="T43" fmla="*/ 92869 h 54"/>
                  <a:gd name="T44" fmla="*/ 96174 w 55"/>
                  <a:gd name="T45" fmla="*/ 134143 h 54"/>
                  <a:gd name="T46" fmla="*/ 120217 w 55"/>
                  <a:gd name="T47" fmla="*/ 123825 h 54"/>
                  <a:gd name="T48" fmla="*/ 120217 w 55"/>
                  <a:gd name="T49" fmla="*/ 113506 h 54"/>
                  <a:gd name="T50" fmla="*/ 123652 w 55"/>
                  <a:gd name="T51" fmla="*/ 113506 h 54"/>
                  <a:gd name="T52" fmla="*/ 137391 w 55"/>
                  <a:gd name="T53" fmla="*/ 113506 h 54"/>
                  <a:gd name="T54" fmla="*/ 140826 w 55"/>
                  <a:gd name="T55" fmla="*/ 113506 h 54"/>
                  <a:gd name="T56" fmla="*/ 140826 w 55"/>
                  <a:gd name="T57" fmla="*/ 127264 h 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54">
                    <a:moveTo>
                      <a:pt x="27" y="54"/>
                    </a:moveTo>
                    <a:cubicBezTo>
                      <a:pt x="12" y="54"/>
                      <a:pt x="0" y="42"/>
                      <a:pt x="0" y="27"/>
                    </a:cubicBezTo>
                    <a:cubicBezTo>
                      <a:pt x="0" y="12"/>
                      <a:pt x="12" y="0"/>
                      <a:pt x="27" y="0"/>
                    </a:cubicBezTo>
                    <a:cubicBezTo>
                      <a:pt x="42" y="0"/>
                      <a:pt x="55" y="12"/>
                      <a:pt x="55" y="27"/>
                    </a:cubicBezTo>
                    <a:cubicBezTo>
                      <a:pt x="55" y="42"/>
                      <a:pt x="42" y="54"/>
                      <a:pt x="27" y="54"/>
                    </a:cubicBezTo>
                    <a:close/>
                    <a:moveTo>
                      <a:pt x="4" y="27"/>
                    </a:moveTo>
                    <a:cubicBezTo>
                      <a:pt x="4" y="40"/>
                      <a:pt x="15" y="50"/>
                      <a:pt x="27" y="50"/>
                    </a:cubicBezTo>
                    <a:cubicBezTo>
                      <a:pt x="40" y="50"/>
                      <a:pt x="50" y="40"/>
                      <a:pt x="50" y="27"/>
                    </a:cubicBezTo>
                    <a:cubicBezTo>
                      <a:pt x="50" y="14"/>
                      <a:pt x="40" y="4"/>
                      <a:pt x="27" y="4"/>
                    </a:cubicBezTo>
                    <a:cubicBezTo>
                      <a:pt x="15" y="4"/>
                      <a:pt x="4" y="14"/>
                      <a:pt x="4" y="27"/>
                    </a:cubicBezTo>
                    <a:close/>
                    <a:moveTo>
                      <a:pt x="41" y="37"/>
                    </a:moveTo>
                    <a:cubicBezTo>
                      <a:pt x="41" y="42"/>
                      <a:pt x="33" y="44"/>
                      <a:pt x="28" y="44"/>
                    </a:cubicBezTo>
                    <a:cubicBezTo>
                      <a:pt x="18" y="44"/>
                      <a:pt x="11" y="37"/>
                      <a:pt x="11" y="27"/>
                    </a:cubicBezTo>
                    <a:cubicBezTo>
                      <a:pt x="11" y="17"/>
                      <a:pt x="18" y="10"/>
                      <a:pt x="28" y="10"/>
                    </a:cubicBezTo>
                    <a:cubicBezTo>
                      <a:pt x="31" y="10"/>
                      <a:pt x="40" y="11"/>
                      <a:pt x="40" y="17"/>
                    </a:cubicBezTo>
                    <a:cubicBezTo>
                      <a:pt x="40" y="21"/>
                      <a:pt x="40" y="21"/>
                      <a:pt x="40" y="21"/>
                    </a:cubicBezTo>
                    <a:cubicBezTo>
                      <a:pt x="40" y="21"/>
                      <a:pt x="40" y="21"/>
                      <a:pt x="40" y="21"/>
                    </a:cubicBezTo>
                    <a:cubicBezTo>
                      <a:pt x="36" y="21"/>
                      <a:pt x="36" y="21"/>
                      <a:pt x="36" y="21"/>
                    </a:cubicBezTo>
                    <a:cubicBezTo>
                      <a:pt x="35" y="21"/>
                      <a:pt x="35" y="21"/>
                      <a:pt x="35" y="21"/>
                    </a:cubicBezTo>
                    <a:cubicBezTo>
                      <a:pt x="35" y="18"/>
                      <a:pt x="35" y="18"/>
                      <a:pt x="35" y="18"/>
                    </a:cubicBezTo>
                    <a:cubicBezTo>
                      <a:pt x="35" y="16"/>
                      <a:pt x="31" y="15"/>
                      <a:pt x="28" y="15"/>
                    </a:cubicBezTo>
                    <a:cubicBezTo>
                      <a:pt x="21" y="15"/>
                      <a:pt x="16" y="20"/>
                      <a:pt x="16" y="27"/>
                    </a:cubicBezTo>
                    <a:cubicBezTo>
                      <a:pt x="16" y="34"/>
                      <a:pt x="21" y="39"/>
                      <a:pt x="28" y="39"/>
                    </a:cubicBezTo>
                    <a:cubicBezTo>
                      <a:pt x="31" y="39"/>
                      <a:pt x="35" y="38"/>
                      <a:pt x="35" y="36"/>
                    </a:cubicBezTo>
                    <a:cubicBezTo>
                      <a:pt x="35" y="33"/>
                      <a:pt x="35" y="33"/>
                      <a:pt x="35" y="33"/>
                    </a:cubicBezTo>
                    <a:cubicBezTo>
                      <a:pt x="35" y="33"/>
                      <a:pt x="36" y="33"/>
                      <a:pt x="36" y="33"/>
                    </a:cubicBezTo>
                    <a:cubicBezTo>
                      <a:pt x="40" y="33"/>
                      <a:pt x="40" y="33"/>
                      <a:pt x="40" y="33"/>
                    </a:cubicBezTo>
                    <a:cubicBezTo>
                      <a:pt x="41" y="33"/>
                      <a:pt x="41" y="33"/>
                      <a:pt x="41" y="33"/>
                    </a:cubicBezTo>
                    <a:lnTo>
                      <a:pt x="41" y="37"/>
                    </a:lnTo>
                    <a:close/>
                  </a:path>
                </a:pathLst>
              </a:custGeom>
              <a:solidFill>
                <a:schemeClr val="bg1">
                  <a:lumMod val="7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dirty="0"/>
              </a:p>
            </p:txBody>
          </p:sp>
          <p:sp>
            <p:nvSpPr>
              <p:cNvPr id="27" name="TextBox 26"/>
              <p:cNvSpPr txBox="1"/>
              <p:nvPr/>
            </p:nvSpPr>
            <p:spPr>
              <a:xfrm>
                <a:off x="435535" y="6408848"/>
                <a:ext cx="3259226" cy="261610"/>
              </a:xfrm>
              <a:prstGeom prst="rect">
                <a:avLst/>
              </a:prstGeom>
              <a:noFill/>
            </p:spPr>
            <p:txBody>
              <a:bodyPr wrap="none" rtlCol="0">
                <a:spAutoFit/>
              </a:bodyPr>
              <a:lstStyle/>
              <a:p>
                <a:r>
                  <a:rPr lang="en-US" sz="1100" b="0" dirty="0">
                    <a:solidFill>
                      <a:schemeClr val="bg1">
                        <a:lumMod val="75000"/>
                      </a:schemeClr>
                    </a:solidFill>
                    <a:latin typeface="Segoe UI" panose="020B0502040204020203" pitchFamily="34" charset="0"/>
                    <a:cs typeface="Segoe UI" panose="020B0502040204020203" pitchFamily="34" charset="0"/>
                  </a:rPr>
                  <a:t>2020 SMALLSTORE. Todos os Direitos Reservados.</a:t>
                </a:r>
                <a:endParaRPr lang="id-ID" sz="1100" b="0" dirty="0">
                  <a:solidFill>
                    <a:schemeClr val="bg1">
                      <a:lumMod val="75000"/>
                    </a:schemeClr>
                  </a:solidFill>
                  <a:latin typeface="Segoe UI" panose="020B0502040204020203" pitchFamily="34" charset="0"/>
                  <a:cs typeface="Segoe UI" panose="020B0502040204020203" pitchFamily="34" charset="0"/>
                </a:endParaRPr>
              </a:p>
            </p:txBody>
          </p:sp>
        </p:grpSp>
        <p:grpSp>
          <p:nvGrpSpPr>
            <p:cNvPr id="9" name="Group 8"/>
            <p:cNvGrpSpPr/>
            <p:nvPr/>
          </p:nvGrpSpPr>
          <p:grpSpPr>
            <a:xfrm>
              <a:off x="9908071" y="6332386"/>
              <a:ext cx="1915086" cy="261610"/>
              <a:chOff x="9680423" y="6408848"/>
              <a:chExt cx="1915086" cy="261610"/>
            </a:xfrm>
          </p:grpSpPr>
          <p:grpSp>
            <p:nvGrpSpPr>
              <p:cNvPr id="10" name="Group 9"/>
              <p:cNvGrpSpPr/>
              <p:nvPr/>
            </p:nvGrpSpPr>
            <p:grpSpPr>
              <a:xfrm>
                <a:off x="10517512" y="6449631"/>
                <a:ext cx="1077997" cy="180044"/>
                <a:chOff x="8093784" y="6037381"/>
                <a:chExt cx="750187" cy="125294"/>
              </a:xfrm>
            </p:grpSpPr>
            <p:grpSp>
              <p:nvGrpSpPr>
                <p:cNvPr id="12" name="Group 11"/>
                <p:cNvGrpSpPr/>
                <p:nvPr/>
              </p:nvGrpSpPr>
              <p:grpSpPr>
                <a:xfrm>
                  <a:off x="8718675" y="6037381"/>
                  <a:ext cx="125296" cy="125294"/>
                  <a:chOff x="9174018" y="5553474"/>
                  <a:chExt cx="362857" cy="362857"/>
                </a:xfrm>
              </p:grpSpPr>
              <p:sp>
                <p:nvSpPr>
                  <p:cNvPr id="22" name="Rectangle: Rounded Corners 21"/>
                  <p:cNvSpPr/>
                  <p:nvPr/>
                </p:nvSpPr>
                <p:spPr>
                  <a:xfrm>
                    <a:off x="9174018" y="5553474"/>
                    <a:ext cx="362857" cy="362857"/>
                  </a:xfrm>
                  <a:prstGeom prst="roundRect">
                    <a:avLst/>
                  </a:prstGeom>
                  <a:solidFill>
                    <a:srgbClr val="168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23" name="Group 22"/>
                  <p:cNvGrpSpPr/>
                  <p:nvPr/>
                </p:nvGrpSpPr>
                <p:grpSpPr>
                  <a:xfrm>
                    <a:off x="9276099" y="5655027"/>
                    <a:ext cx="158694" cy="159750"/>
                    <a:chOff x="2195763" y="3236371"/>
                    <a:chExt cx="331133" cy="333339"/>
                  </a:xfrm>
                  <a:solidFill>
                    <a:schemeClr val="bg1"/>
                  </a:solidFill>
                </p:grpSpPr>
                <p:sp>
                  <p:nvSpPr>
                    <p:cNvPr id="24" name="Freeform 47"/>
                    <p:cNvSpPr>
                      <a:spLocks noChangeArrowheads="1"/>
                    </p:cNvSpPr>
                    <p:nvPr/>
                  </p:nvSpPr>
                  <p:spPr bwMode="auto">
                    <a:xfrm>
                      <a:off x="2195763" y="3236371"/>
                      <a:ext cx="72850" cy="328924"/>
                    </a:xfrm>
                    <a:custGeom>
                      <a:avLst/>
                      <a:gdLst>
                        <a:gd name="T0" fmla="*/ 51859 w 99"/>
                        <a:gd name="T1" fmla="*/ 23926 h 435"/>
                        <a:gd name="T2" fmla="*/ 51859 w 99"/>
                        <a:gd name="T3" fmla="*/ 23926 h 435"/>
                        <a:gd name="T4" fmla="*/ 23813 w 99"/>
                        <a:gd name="T5" fmla="*/ 47851 h 435"/>
                        <a:gd name="T6" fmla="*/ 0 w 99"/>
                        <a:gd name="T7" fmla="*/ 23926 h 435"/>
                        <a:gd name="T8" fmla="*/ 23813 w 99"/>
                        <a:gd name="T9" fmla="*/ 0 h 435"/>
                        <a:gd name="T10" fmla="*/ 51859 w 99"/>
                        <a:gd name="T11" fmla="*/ 23926 h 435"/>
                        <a:gd name="T12" fmla="*/ 0 w 99"/>
                        <a:gd name="T13" fmla="*/ 235993 h 435"/>
                        <a:gd name="T14" fmla="*/ 0 w 99"/>
                        <a:gd name="T15" fmla="*/ 235993 h 435"/>
                        <a:gd name="T16" fmla="*/ 0 w 99"/>
                        <a:gd name="T17" fmla="*/ 71777 h 435"/>
                        <a:gd name="T18" fmla="*/ 51859 w 99"/>
                        <a:gd name="T19" fmla="*/ 71777 h 435"/>
                        <a:gd name="T20" fmla="*/ 51859 w 99"/>
                        <a:gd name="T21" fmla="*/ 235993 h 435"/>
                        <a:gd name="T22" fmla="*/ 0 w 99"/>
                        <a:gd name="T23" fmla="*/ 235993 h 4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9" h="435">
                          <a:moveTo>
                            <a:pt x="98" y="44"/>
                          </a:moveTo>
                          <a:lnTo>
                            <a:pt x="98" y="44"/>
                          </a:lnTo>
                          <a:cubicBezTo>
                            <a:pt x="98" y="71"/>
                            <a:pt x="80" y="88"/>
                            <a:pt x="45" y="88"/>
                          </a:cubicBezTo>
                          <a:cubicBezTo>
                            <a:pt x="17" y="88"/>
                            <a:pt x="0" y="71"/>
                            <a:pt x="0" y="44"/>
                          </a:cubicBezTo>
                          <a:cubicBezTo>
                            <a:pt x="0" y="18"/>
                            <a:pt x="17" y="0"/>
                            <a:pt x="45" y="0"/>
                          </a:cubicBezTo>
                          <a:cubicBezTo>
                            <a:pt x="80" y="0"/>
                            <a:pt x="98" y="18"/>
                            <a:pt x="98" y="44"/>
                          </a:cubicBezTo>
                          <a:close/>
                          <a:moveTo>
                            <a:pt x="0" y="434"/>
                          </a:moveTo>
                          <a:lnTo>
                            <a:pt x="0" y="434"/>
                          </a:lnTo>
                          <a:cubicBezTo>
                            <a:pt x="0" y="132"/>
                            <a:pt x="0" y="132"/>
                            <a:pt x="0" y="132"/>
                          </a:cubicBezTo>
                          <a:cubicBezTo>
                            <a:pt x="98" y="132"/>
                            <a:pt x="98" y="132"/>
                            <a:pt x="98" y="132"/>
                          </a:cubicBezTo>
                          <a:cubicBezTo>
                            <a:pt x="98" y="434"/>
                            <a:pt x="98" y="434"/>
                            <a:pt x="98" y="434"/>
                          </a:cubicBezTo>
                          <a:lnTo>
                            <a:pt x="0" y="434"/>
                          </a:lnTo>
                          <a:close/>
                        </a:path>
                      </a:pathLst>
                    </a:custGeom>
                    <a:grpFill/>
                    <a:ln>
                      <a:noFill/>
                    </a:ln>
                    <a:effectLst/>
                  </p:spPr>
                  <p:txBody>
                    <a:bodyPr wrap="none" lIns="34290" tIns="17145" rIns="34290" bIns="17145" anchor="ctr"/>
                    <a:lstStyle/>
                    <a:p>
                      <a:endParaRPr lang="en-US" dirty="0"/>
                    </a:p>
                  </p:txBody>
                </p:sp>
                <p:sp>
                  <p:nvSpPr>
                    <p:cNvPr id="25" name="Freeform 48"/>
                    <p:cNvSpPr>
                      <a:spLocks noChangeArrowheads="1"/>
                    </p:cNvSpPr>
                    <p:nvPr/>
                  </p:nvSpPr>
                  <p:spPr bwMode="auto">
                    <a:xfrm>
                      <a:off x="2308349" y="3333503"/>
                      <a:ext cx="218547" cy="236207"/>
                    </a:xfrm>
                    <a:custGeom>
                      <a:avLst/>
                      <a:gdLst>
                        <a:gd name="T0" fmla="*/ 0 w 293"/>
                        <a:gd name="T1" fmla="*/ 57895 h 311"/>
                        <a:gd name="T2" fmla="*/ 0 w 293"/>
                        <a:gd name="T3" fmla="*/ 57895 h 311"/>
                        <a:gd name="T4" fmla="*/ 0 w 293"/>
                        <a:gd name="T5" fmla="*/ 4369 h 311"/>
                        <a:gd name="T6" fmla="*/ 42375 w 293"/>
                        <a:gd name="T7" fmla="*/ 4369 h 311"/>
                        <a:gd name="T8" fmla="*/ 47202 w 293"/>
                        <a:gd name="T9" fmla="*/ 24032 h 311"/>
                        <a:gd name="T10" fmla="*/ 47202 w 293"/>
                        <a:gd name="T11" fmla="*/ 24032 h 311"/>
                        <a:gd name="T12" fmla="*/ 99768 w 293"/>
                        <a:gd name="T13" fmla="*/ 0 h 311"/>
                        <a:gd name="T14" fmla="*/ 156626 w 293"/>
                        <a:gd name="T15" fmla="*/ 72096 h 311"/>
                        <a:gd name="T16" fmla="*/ 156626 w 293"/>
                        <a:gd name="T17" fmla="*/ 169316 h 311"/>
                        <a:gd name="T18" fmla="*/ 104059 w 293"/>
                        <a:gd name="T19" fmla="*/ 169316 h 311"/>
                        <a:gd name="T20" fmla="*/ 104059 w 293"/>
                        <a:gd name="T21" fmla="*/ 77011 h 311"/>
                        <a:gd name="T22" fmla="*/ 80458 w 293"/>
                        <a:gd name="T23" fmla="*/ 43148 h 311"/>
                        <a:gd name="T24" fmla="*/ 52030 w 293"/>
                        <a:gd name="T25" fmla="*/ 62811 h 311"/>
                        <a:gd name="T26" fmla="*/ 52030 w 293"/>
                        <a:gd name="T27" fmla="*/ 72096 h 311"/>
                        <a:gd name="T28" fmla="*/ 52030 w 293"/>
                        <a:gd name="T29" fmla="*/ 169316 h 311"/>
                        <a:gd name="T30" fmla="*/ 0 w 293"/>
                        <a:gd name="T31" fmla="*/ 169316 h 311"/>
                        <a:gd name="T32" fmla="*/ 0 w 293"/>
                        <a:gd name="T33" fmla="*/ 57895 h 3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3" h="311">
                          <a:moveTo>
                            <a:pt x="0" y="106"/>
                          </a:moveTo>
                          <a:lnTo>
                            <a:pt x="0" y="106"/>
                          </a:lnTo>
                          <a:cubicBezTo>
                            <a:pt x="0" y="62"/>
                            <a:pt x="0" y="35"/>
                            <a:pt x="0" y="8"/>
                          </a:cubicBezTo>
                          <a:cubicBezTo>
                            <a:pt x="79" y="8"/>
                            <a:pt x="79" y="8"/>
                            <a:pt x="79" y="8"/>
                          </a:cubicBezTo>
                          <a:cubicBezTo>
                            <a:pt x="88" y="44"/>
                            <a:pt x="88" y="44"/>
                            <a:pt x="88" y="44"/>
                          </a:cubicBezTo>
                          <a:cubicBezTo>
                            <a:pt x="97" y="26"/>
                            <a:pt x="132" y="0"/>
                            <a:pt x="186" y="0"/>
                          </a:cubicBezTo>
                          <a:cubicBezTo>
                            <a:pt x="248" y="0"/>
                            <a:pt x="292" y="44"/>
                            <a:pt x="292" y="132"/>
                          </a:cubicBezTo>
                          <a:cubicBezTo>
                            <a:pt x="292" y="310"/>
                            <a:pt x="292" y="310"/>
                            <a:pt x="292" y="310"/>
                          </a:cubicBezTo>
                          <a:cubicBezTo>
                            <a:pt x="194" y="310"/>
                            <a:pt x="194" y="310"/>
                            <a:pt x="194" y="310"/>
                          </a:cubicBezTo>
                          <a:cubicBezTo>
                            <a:pt x="194" y="141"/>
                            <a:pt x="194" y="141"/>
                            <a:pt x="194" y="141"/>
                          </a:cubicBezTo>
                          <a:cubicBezTo>
                            <a:pt x="194" y="106"/>
                            <a:pt x="186" y="79"/>
                            <a:pt x="150" y="79"/>
                          </a:cubicBezTo>
                          <a:cubicBezTo>
                            <a:pt x="123" y="79"/>
                            <a:pt x="106" y="97"/>
                            <a:pt x="97" y="115"/>
                          </a:cubicBezTo>
                          <a:cubicBezTo>
                            <a:pt x="97" y="115"/>
                            <a:pt x="97" y="124"/>
                            <a:pt x="97" y="132"/>
                          </a:cubicBezTo>
                          <a:cubicBezTo>
                            <a:pt x="97" y="310"/>
                            <a:pt x="97" y="310"/>
                            <a:pt x="97" y="310"/>
                          </a:cubicBezTo>
                          <a:cubicBezTo>
                            <a:pt x="0" y="310"/>
                            <a:pt x="0" y="310"/>
                            <a:pt x="0" y="310"/>
                          </a:cubicBezTo>
                          <a:lnTo>
                            <a:pt x="0" y="106"/>
                          </a:lnTo>
                        </a:path>
                      </a:pathLst>
                    </a:custGeom>
                    <a:grpFill/>
                    <a:ln>
                      <a:noFill/>
                    </a:ln>
                    <a:effectLst/>
                  </p:spPr>
                  <p:txBody>
                    <a:bodyPr wrap="none" lIns="34290" tIns="17145" rIns="34290" bIns="17145" anchor="ctr"/>
                    <a:lstStyle/>
                    <a:p>
                      <a:endParaRPr lang="en-US" dirty="0"/>
                    </a:p>
                  </p:txBody>
                </p:sp>
              </p:grpSp>
            </p:grpSp>
            <p:grpSp>
              <p:nvGrpSpPr>
                <p:cNvPr id="13" name="Group 12"/>
                <p:cNvGrpSpPr/>
                <p:nvPr/>
              </p:nvGrpSpPr>
              <p:grpSpPr>
                <a:xfrm>
                  <a:off x="8510378" y="6037381"/>
                  <a:ext cx="125296" cy="125294"/>
                  <a:chOff x="8631799" y="5553474"/>
                  <a:chExt cx="362857" cy="362857"/>
                </a:xfrm>
              </p:grpSpPr>
              <p:sp>
                <p:nvSpPr>
                  <p:cNvPr id="20" name="Rectangle: Rounded Corners 19"/>
                  <p:cNvSpPr/>
                  <p:nvPr/>
                </p:nvSpPr>
                <p:spPr>
                  <a:xfrm>
                    <a:off x="8631799" y="5553474"/>
                    <a:ext cx="362857" cy="362857"/>
                  </a:xfrm>
                  <a:prstGeom prst="roundRect">
                    <a:avLst/>
                  </a:prstGeom>
                  <a:solidFill>
                    <a:srgbClr val="E341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Freeform 74"/>
                  <p:cNvSpPr>
                    <a:spLocks noChangeArrowheads="1"/>
                  </p:cNvSpPr>
                  <p:nvPr/>
                </p:nvSpPr>
                <p:spPr bwMode="auto">
                  <a:xfrm>
                    <a:off x="8732822" y="5655555"/>
                    <a:ext cx="160810" cy="158694"/>
                  </a:xfrm>
                  <a:custGeom>
                    <a:avLst/>
                    <a:gdLst>
                      <a:gd name="T0" fmla="*/ 14641 w 445"/>
                      <a:gd name="T1" fmla="*/ 58439 h 436"/>
                      <a:gd name="T2" fmla="*/ 14641 w 445"/>
                      <a:gd name="T3" fmla="*/ 58439 h 436"/>
                      <a:gd name="T4" fmla="*/ 33619 w 445"/>
                      <a:gd name="T5" fmla="*/ 101585 h 436"/>
                      <a:gd name="T6" fmla="*/ 62901 w 445"/>
                      <a:gd name="T7" fmla="*/ 111416 h 436"/>
                      <a:gd name="T8" fmla="*/ 67781 w 445"/>
                      <a:gd name="T9" fmla="*/ 111416 h 436"/>
                      <a:gd name="T10" fmla="*/ 72661 w 445"/>
                      <a:gd name="T11" fmla="*/ 135447 h 436"/>
                      <a:gd name="T12" fmla="*/ 72661 w 445"/>
                      <a:gd name="T13" fmla="*/ 135447 h 436"/>
                      <a:gd name="T14" fmla="*/ 0 w 445"/>
                      <a:gd name="T15" fmla="*/ 188425 h 436"/>
                      <a:gd name="T16" fmla="*/ 62901 w 445"/>
                      <a:gd name="T17" fmla="*/ 237579 h 436"/>
                      <a:gd name="T18" fmla="*/ 62901 w 445"/>
                      <a:gd name="T19" fmla="*/ 237579 h 436"/>
                      <a:gd name="T20" fmla="*/ 67781 w 445"/>
                      <a:gd name="T21" fmla="*/ 237579 h 436"/>
                      <a:gd name="T22" fmla="*/ 106280 w 445"/>
                      <a:gd name="T23" fmla="*/ 227748 h 436"/>
                      <a:gd name="T24" fmla="*/ 135020 w 445"/>
                      <a:gd name="T25" fmla="*/ 174771 h 436"/>
                      <a:gd name="T26" fmla="*/ 111161 w 445"/>
                      <a:gd name="T27" fmla="*/ 125616 h 436"/>
                      <a:gd name="T28" fmla="*/ 96520 w 445"/>
                      <a:gd name="T29" fmla="*/ 111416 h 436"/>
                      <a:gd name="T30" fmla="*/ 106280 w 445"/>
                      <a:gd name="T31" fmla="*/ 96670 h 436"/>
                      <a:gd name="T32" fmla="*/ 125259 w 445"/>
                      <a:gd name="T33" fmla="*/ 53524 h 436"/>
                      <a:gd name="T34" fmla="*/ 106280 w 445"/>
                      <a:gd name="T35" fmla="*/ 9831 h 436"/>
                      <a:gd name="T36" fmla="*/ 115499 w 445"/>
                      <a:gd name="T37" fmla="*/ 9831 h 436"/>
                      <a:gd name="T38" fmla="*/ 135020 w 445"/>
                      <a:gd name="T39" fmla="*/ 0 h 436"/>
                      <a:gd name="T40" fmla="*/ 135020 w 445"/>
                      <a:gd name="T41" fmla="*/ 0 h 436"/>
                      <a:gd name="T42" fmla="*/ 77541 w 445"/>
                      <a:gd name="T43" fmla="*/ 0 h 436"/>
                      <a:gd name="T44" fmla="*/ 14641 w 445"/>
                      <a:gd name="T45" fmla="*/ 58439 h 436"/>
                      <a:gd name="T46" fmla="*/ 111161 w 445"/>
                      <a:gd name="T47" fmla="*/ 179140 h 436"/>
                      <a:gd name="T48" fmla="*/ 111161 w 445"/>
                      <a:gd name="T49" fmla="*/ 179140 h 436"/>
                      <a:gd name="T50" fmla="*/ 72661 w 445"/>
                      <a:gd name="T51" fmla="*/ 213002 h 436"/>
                      <a:gd name="T52" fmla="*/ 29281 w 445"/>
                      <a:gd name="T53" fmla="*/ 188425 h 436"/>
                      <a:gd name="T54" fmla="*/ 38500 w 445"/>
                      <a:gd name="T55" fmla="*/ 159478 h 436"/>
                      <a:gd name="T56" fmla="*/ 67781 w 445"/>
                      <a:gd name="T57" fmla="*/ 150194 h 436"/>
                      <a:gd name="T58" fmla="*/ 72661 w 445"/>
                      <a:gd name="T59" fmla="*/ 150194 h 436"/>
                      <a:gd name="T60" fmla="*/ 111161 w 445"/>
                      <a:gd name="T61" fmla="*/ 179140 h 436"/>
                      <a:gd name="T62" fmla="*/ 96520 w 445"/>
                      <a:gd name="T63" fmla="*/ 43693 h 436"/>
                      <a:gd name="T64" fmla="*/ 96520 w 445"/>
                      <a:gd name="T65" fmla="*/ 43693 h 436"/>
                      <a:gd name="T66" fmla="*/ 77541 w 445"/>
                      <a:gd name="T67" fmla="*/ 92301 h 436"/>
                      <a:gd name="T68" fmla="*/ 72661 w 445"/>
                      <a:gd name="T69" fmla="*/ 92301 h 436"/>
                      <a:gd name="T70" fmla="*/ 43922 w 445"/>
                      <a:gd name="T71" fmla="*/ 63354 h 436"/>
                      <a:gd name="T72" fmla="*/ 43922 w 445"/>
                      <a:gd name="T73" fmla="*/ 33862 h 436"/>
                      <a:gd name="T74" fmla="*/ 58020 w 445"/>
                      <a:gd name="T75" fmla="*/ 14200 h 436"/>
                      <a:gd name="T76" fmla="*/ 62901 w 445"/>
                      <a:gd name="T77" fmla="*/ 14200 h 436"/>
                      <a:gd name="T78" fmla="*/ 96520 w 445"/>
                      <a:gd name="T79" fmla="*/ 43693 h 436"/>
                      <a:gd name="T80" fmla="*/ 202258 w 445"/>
                      <a:gd name="T81" fmla="*/ 92301 h 436"/>
                      <a:gd name="T82" fmla="*/ 202258 w 445"/>
                      <a:gd name="T83" fmla="*/ 92301 h 436"/>
                      <a:gd name="T84" fmla="*/ 202258 w 445"/>
                      <a:gd name="T85" fmla="*/ 53524 h 436"/>
                      <a:gd name="T86" fmla="*/ 172977 w 445"/>
                      <a:gd name="T87" fmla="*/ 53524 h 436"/>
                      <a:gd name="T88" fmla="*/ 172977 w 445"/>
                      <a:gd name="T89" fmla="*/ 92301 h 436"/>
                      <a:gd name="T90" fmla="*/ 135020 w 445"/>
                      <a:gd name="T91" fmla="*/ 92301 h 436"/>
                      <a:gd name="T92" fmla="*/ 135020 w 445"/>
                      <a:gd name="T93" fmla="*/ 116332 h 436"/>
                      <a:gd name="T94" fmla="*/ 172977 w 445"/>
                      <a:gd name="T95" fmla="*/ 116332 h 436"/>
                      <a:gd name="T96" fmla="*/ 172977 w 445"/>
                      <a:gd name="T97" fmla="*/ 159478 h 436"/>
                      <a:gd name="T98" fmla="*/ 202258 w 445"/>
                      <a:gd name="T99" fmla="*/ 159478 h 436"/>
                      <a:gd name="T100" fmla="*/ 202258 w 445"/>
                      <a:gd name="T101" fmla="*/ 116332 h 436"/>
                      <a:gd name="T102" fmla="*/ 240758 w 445"/>
                      <a:gd name="T103" fmla="*/ 116332 h 436"/>
                      <a:gd name="T104" fmla="*/ 240758 w 445"/>
                      <a:gd name="T105" fmla="*/ 92301 h 436"/>
                      <a:gd name="T106" fmla="*/ 202258 w 445"/>
                      <a:gd name="T107" fmla="*/ 92301 h 4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45" h="436">
                        <a:moveTo>
                          <a:pt x="27" y="107"/>
                        </a:moveTo>
                        <a:lnTo>
                          <a:pt x="27" y="107"/>
                        </a:lnTo>
                        <a:cubicBezTo>
                          <a:pt x="27" y="142"/>
                          <a:pt x="36" y="169"/>
                          <a:pt x="62" y="186"/>
                        </a:cubicBezTo>
                        <a:cubicBezTo>
                          <a:pt x="81" y="195"/>
                          <a:pt x="107" y="204"/>
                          <a:pt x="116" y="204"/>
                        </a:cubicBezTo>
                        <a:lnTo>
                          <a:pt x="125" y="204"/>
                        </a:lnTo>
                        <a:cubicBezTo>
                          <a:pt x="125" y="204"/>
                          <a:pt x="116" y="222"/>
                          <a:pt x="134" y="248"/>
                        </a:cubicBezTo>
                        <a:cubicBezTo>
                          <a:pt x="107" y="248"/>
                          <a:pt x="0" y="257"/>
                          <a:pt x="0" y="345"/>
                        </a:cubicBezTo>
                        <a:cubicBezTo>
                          <a:pt x="0" y="435"/>
                          <a:pt x="98" y="435"/>
                          <a:pt x="116" y="435"/>
                        </a:cubicBezTo>
                        <a:cubicBezTo>
                          <a:pt x="116" y="435"/>
                          <a:pt x="116" y="435"/>
                          <a:pt x="125" y="435"/>
                        </a:cubicBezTo>
                        <a:cubicBezTo>
                          <a:pt x="134" y="435"/>
                          <a:pt x="169" y="435"/>
                          <a:pt x="196" y="417"/>
                        </a:cubicBezTo>
                        <a:cubicBezTo>
                          <a:pt x="231" y="399"/>
                          <a:pt x="249" y="364"/>
                          <a:pt x="249" y="320"/>
                        </a:cubicBezTo>
                        <a:cubicBezTo>
                          <a:pt x="249" y="275"/>
                          <a:pt x="222" y="248"/>
                          <a:pt x="205" y="230"/>
                        </a:cubicBezTo>
                        <a:cubicBezTo>
                          <a:pt x="187" y="222"/>
                          <a:pt x="178" y="213"/>
                          <a:pt x="178" y="204"/>
                        </a:cubicBezTo>
                        <a:cubicBezTo>
                          <a:pt x="178" y="195"/>
                          <a:pt x="187" y="186"/>
                          <a:pt x="196" y="177"/>
                        </a:cubicBezTo>
                        <a:cubicBezTo>
                          <a:pt x="213" y="160"/>
                          <a:pt x="231" y="142"/>
                          <a:pt x="231" y="98"/>
                        </a:cubicBezTo>
                        <a:cubicBezTo>
                          <a:pt x="231" y="62"/>
                          <a:pt x="222" y="36"/>
                          <a:pt x="196" y="18"/>
                        </a:cubicBezTo>
                        <a:lnTo>
                          <a:pt x="213" y="18"/>
                        </a:lnTo>
                        <a:cubicBezTo>
                          <a:pt x="231" y="18"/>
                          <a:pt x="249" y="9"/>
                          <a:pt x="249" y="0"/>
                        </a:cubicBezTo>
                        <a:cubicBezTo>
                          <a:pt x="143" y="0"/>
                          <a:pt x="143" y="0"/>
                          <a:pt x="143" y="0"/>
                        </a:cubicBezTo>
                        <a:cubicBezTo>
                          <a:pt x="134" y="0"/>
                          <a:pt x="27" y="0"/>
                          <a:pt x="27" y="107"/>
                        </a:cubicBezTo>
                        <a:close/>
                        <a:moveTo>
                          <a:pt x="205" y="328"/>
                        </a:moveTo>
                        <a:lnTo>
                          <a:pt x="205" y="328"/>
                        </a:lnTo>
                        <a:cubicBezTo>
                          <a:pt x="213" y="364"/>
                          <a:pt x="178" y="390"/>
                          <a:pt x="134" y="390"/>
                        </a:cubicBezTo>
                        <a:cubicBezTo>
                          <a:pt x="90" y="399"/>
                          <a:pt x="54" y="381"/>
                          <a:pt x="54" y="345"/>
                        </a:cubicBezTo>
                        <a:cubicBezTo>
                          <a:pt x="45" y="328"/>
                          <a:pt x="54" y="310"/>
                          <a:pt x="71" y="292"/>
                        </a:cubicBezTo>
                        <a:cubicBezTo>
                          <a:pt x="90" y="283"/>
                          <a:pt x="107" y="275"/>
                          <a:pt x="125" y="275"/>
                        </a:cubicBezTo>
                        <a:cubicBezTo>
                          <a:pt x="134" y="275"/>
                          <a:pt x="134" y="275"/>
                          <a:pt x="134" y="275"/>
                        </a:cubicBezTo>
                        <a:cubicBezTo>
                          <a:pt x="178" y="275"/>
                          <a:pt x="205" y="301"/>
                          <a:pt x="205" y="328"/>
                        </a:cubicBezTo>
                        <a:close/>
                        <a:moveTo>
                          <a:pt x="178" y="80"/>
                        </a:moveTo>
                        <a:lnTo>
                          <a:pt x="178" y="80"/>
                        </a:lnTo>
                        <a:cubicBezTo>
                          <a:pt x="187" y="124"/>
                          <a:pt x="169" y="160"/>
                          <a:pt x="143" y="169"/>
                        </a:cubicBezTo>
                        <a:cubicBezTo>
                          <a:pt x="143" y="169"/>
                          <a:pt x="143" y="169"/>
                          <a:pt x="134" y="169"/>
                        </a:cubicBezTo>
                        <a:cubicBezTo>
                          <a:pt x="107" y="169"/>
                          <a:pt x="90" y="151"/>
                          <a:pt x="81" y="116"/>
                        </a:cubicBezTo>
                        <a:cubicBezTo>
                          <a:pt x="71" y="98"/>
                          <a:pt x="71" y="80"/>
                          <a:pt x="81" y="62"/>
                        </a:cubicBezTo>
                        <a:cubicBezTo>
                          <a:pt x="81" y="45"/>
                          <a:pt x="98" y="36"/>
                          <a:pt x="107" y="26"/>
                        </a:cubicBezTo>
                        <a:lnTo>
                          <a:pt x="116" y="26"/>
                        </a:lnTo>
                        <a:cubicBezTo>
                          <a:pt x="151" y="26"/>
                          <a:pt x="169" y="45"/>
                          <a:pt x="178" y="80"/>
                        </a:cubicBezTo>
                        <a:close/>
                        <a:moveTo>
                          <a:pt x="373" y="169"/>
                        </a:moveTo>
                        <a:lnTo>
                          <a:pt x="373" y="169"/>
                        </a:lnTo>
                        <a:cubicBezTo>
                          <a:pt x="373" y="98"/>
                          <a:pt x="373" y="98"/>
                          <a:pt x="373" y="98"/>
                        </a:cubicBezTo>
                        <a:cubicBezTo>
                          <a:pt x="319" y="98"/>
                          <a:pt x="319" y="98"/>
                          <a:pt x="319" y="98"/>
                        </a:cubicBezTo>
                        <a:cubicBezTo>
                          <a:pt x="319" y="169"/>
                          <a:pt x="319" y="169"/>
                          <a:pt x="319" y="169"/>
                        </a:cubicBezTo>
                        <a:cubicBezTo>
                          <a:pt x="249" y="169"/>
                          <a:pt x="249" y="169"/>
                          <a:pt x="249" y="169"/>
                        </a:cubicBezTo>
                        <a:cubicBezTo>
                          <a:pt x="249" y="213"/>
                          <a:pt x="249" y="213"/>
                          <a:pt x="249" y="213"/>
                        </a:cubicBezTo>
                        <a:cubicBezTo>
                          <a:pt x="319" y="213"/>
                          <a:pt x="319" y="213"/>
                          <a:pt x="319" y="213"/>
                        </a:cubicBezTo>
                        <a:cubicBezTo>
                          <a:pt x="319" y="292"/>
                          <a:pt x="319" y="292"/>
                          <a:pt x="319" y="292"/>
                        </a:cubicBezTo>
                        <a:cubicBezTo>
                          <a:pt x="373" y="292"/>
                          <a:pt x="373" y="292"/>
                          <a:pt x="373" y="292"/>
                        </a:cubicBezTo>
                        <a:cubicBezTo>
                          <a:pt x="373" y="213"/>
                          <a:pt x="373" y="213"/>
                          <a:pt x="373" y="213"/>
                        </a:cubicBezTo>
                        <a:cubicBezTo>
                          <a:pt x="444" y="213"/>
                          <a:pt x="444" y="213"/>
                          <a:pt x="444" y="213"/>
                        </a:cubicBezTo>
                        <a:cubicBezTo>
                          <a:pt x="444" y="169"/>
                          <a:pt x="444" y="169"/>
                          <a:pt x="444" y="169"/>
                        </a:cubicBezTo>
                        <a:lnTo>
                          <a:pt x="373" y="169"/>
                        </a:lnTo>
                        <a:close/>
                      </a:path>
                    </a:pathLst>
                  </a:custGeom>
                  <a:solidFill>
                    <a:schemeClr val="bg1"/>
                  </a:solidFill>
                  <a:ln>
                    <a:noFill/>
                  </a:ln>
                  <a:effectLst/>
                </p:spPr>
                <p:txBody>
                  <a:bodyPr wrap="none" lIns="34290" tIns="17145" rIns="34290" bIns="17145" anchor="ctr"/>
                  <a:lstStyle/>
                  <a:p>
                    <a:endParaRPr lang="en-US" dirty="0"/>
                  </a:p>
                </p:txBody>
              </p:sp>
            </p:grpSp>
            <p:grpSp>
              <p:nvGrpSpPr>
                <p:cNvPr id="14" name="Group 13"/>
                <p:cNvGrpSpPr/>
                <p:nvPr/>
              </p:nvGrpSpPr>
              <p:grpSpPr>
                <a:xfrm>
                  <a:off x="8093784" y="6037381"/>
                  <a:ext cx="125296" cy="125294"/>
                  <a:chOff x="7358460" y="5553474"/>
                  <a:chExt cx="362857" cy="362857"/>
                </a:xfrm>
              </p:grpSpPr>
              <p:sp>
                <p:nvSpPr>
                  <p:cNvPr id="18" name="Rectangle: Rounded Corners 17"/>
                  <p:cNvSpPr/>
                  <p:nvPr/>
                </p:nvSpPr>
                <p:spPr>
                  <a:xfrm>
                    <a:off x="7358460" y="5553474"/>
                    <a:ext cx="362857" cy="362857"/>
                  </a:xfrm>
                  <a:prstGeom prst="roundRect">
                    <a:avLst/>
                  </a:prstGeom>
                  <a:solidFill>
                    <a:srgbClr val="4E71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Freeform 75"/>
                  <p:cNvSpPr>
                    <a:spLocks noChangeArrowheads="1"/>
                  </p:cNvSpPr>
                  <p:nvPr/>
                </p:nvSpPr>
                <p:spPr bwMode="auto">
                  <a:xfrm>
                    <a:off x="7495454" y="5652382"/>
                    <a:ext cx="88868" cy="165040"/>
                  </a:xfrm>
                  <a:custGeom>
                    <a:avLst/>
                    <a:gdLst>
                      <a:gd name="T0" fmla="*/ 132814 w 249"/>
                      <a:gd name="T1" fmla="*/ 43735 h 453"/>
                      <a:gd name="T2" fmla="*/ 132814 w 249"/>
                      <a:gd name="T3" fmla="*/ 43735 h 453"/>
                      <a:gd name="T4" fmla="*/ 94791 w 249"/>
                      <a:gd name="T5" fmla="*/ 43735 h 453"/>
                      <a:gd name="T6" fmla="*/ 85687 w 249"/>
                      <a:gd name="T7" fmla="*/ 58496 h 453"/>
                      <a:gd name="T8" fmla="*/ 85687 w 249"/>
                      <a:gd name="T9" fmla="*/ 87470 h 453"/>
                      <a:gd name="T10" fmla="*/ 132814 w 249"/>
                      <a:gd name="T11" fmla="*/ 87470 h 453"/>
                      <a:gd name="T12" fmla="*/ 132814 w 249"/>
                      <a:gd name="T13" fmla="*/ 126285 h 453"/>
                      <a:gd name="T14" fmla="*/ 85687 w 249"/>
                      <a:gd name="T15" fmla="*/ 126285 h 453"/>
                      <a:gd name="T16" fmla="*/ 85687 w 249"/>
                      <a:gd name="T17" fmla="*/ 247103 h 453"/>
                      <a:gd name="T18" fmla="*/ 42308 w 249"/>
                      <a:gd name="T19" fmla="*/ 247103 h 453"/>
                      <a:gd name="T20" fmla="*/ 42308 w 249"/>
                      <a:gd name="T21" fmla="*/ 126285 h 453"/>
                      <a:gd name="T22" fmla="*/ 0 w 249"/>
                      <a:gd name="T23" fmla="*/ 126285 h 453"/>
                      <a:gd name="T24" fmla="*/ 0 w 249"/>
                      <a:gd name="T25" fmla="*/ 87470 h 453"/>
                      <a:gd name="T26" fmla="*/ 42308 w 249"/>
                      <a:gd name="T27" fmla="*/ 87470 h 453"/>
                      <a:gd name="T28" fmla="*/ 42308 w 249"/>
                      <a:gd name="T29" fmla="*/ 63416 h 453"/>
                      <a:gd name="T30" fmla="*/ 94791 w 249"/>
                      <a:gd name="T31" fmla="*/ 0 h 453"/>
                      <a:gd name="T32" fmla="*/ 132814 w 249"/>
                      <a:gd name="T33" fmla="*/ 0 h 453"/>
                      <a:gd name="T34" fmla="*/ 132814 w 249"/>
                      <a:gd name="T35" fmla="*/ 43735 h 4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bg1"/>
                  </a:solidFill>
                  <a:ln>
                    <a:noFill/>
                  </a:ln>
                  <a:effectLst/>
                </p:spPr>
                <p:txBody>
                  <a:bodyPr wrap="none" lIns="34290" tIns="17145" rIns="34290" bIns="17145" anchor="ctr"/>
                  <a:lstStyle/>
                  <a:p>
                    <a:endParaRPr lang="en-US" dirty="0"/>
                  </a:p>
                </p:txBody>
              </p:sp>
            </p:grpSp>
            <p:grpSp>
              <p:nvGrpSpPr>
                <p:cNvPr id="15" name="Group 14"/>
                <p:cNvGrpSpPr/>
                <p:nvPr/>
              </p:nvGrpSpPr>
              <p:grpSpPr>
                <a:xfrm>
                  <a:off x="8302081" y="6037381"/>
                  <a:ext cx="125296" cy="125294"/>
                  <a:chOff x="8081274" y="5553474"/>
                  <a:chExt cx="362857" cy="362857"/>
                </a:xfrm>
              </p:grpSpPr>
              <p:sp>
                <p:nvSpPr>
                  <p:cNvPr id="16" name="Rectangle: Rounded Corners 15"/>
                  <p:cNvSpPr/>
                  <p:nvPr/>
                </p:nvSpPr>
                <p:spPr>
                  <a:xfrm>
                    <a:off x="8081274" y="5553474"/>
                    <a:ext cx="362857" cy="362857"/>
                  </a:xfrm>
                  <a:prstGeom prst="roundRect">
                    <a:avLst/>
                  </a:prstGeom>
                  <a:solidFill>
                    <a:srgbClr val="1CB7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Freeform 85"/>
                  <p:cNvSpPr>
                    <a:spLocks noChangeArrowheads="1"/>
                  </p:cNvSpPr>
                  <p:nvPr/>
                </p:nvSpPr>
                <p:spPr bwMode="auto">
                  <a:xfrm>
                    <a:off x="8179123" y="5667722"/>
                    <a:ext cx="167158" cy="134360"/>
                  </a:xfrm>
                  <a:custGeom>
                    <a:avLst/>
                    <a:gdLst>
                      <a:gd name="T0" fmla="*/ 250282 w 462"/>
                      <a:gd name="T1" fmla="*/ 24258 h 374"/>
                      <a:gd name="T2" fmla="*/ 250282 w 462"/>
                      <a:gd name="T3" fmla="*/ 24258 h 374"/>
                      <a:gd name="T4" fmla="*/ 221508 w 462"/>
                      <a:gd name="T5" fmla="*/ 33962 h 374"/>
                      <a:gd name="T6" fmla="*/ 240510 w 462"/>
                      <a:gd name="T7" fmla="*/ 5391 h 374"/>
                      <a:gd name="T8" fmla="*/ 211192 w 462"/>
                      <a:gd name="T9" fmla="*/ 19407 h 374"/>
                      <a:gd name="T10" fmla="*/ 173189 w 462"/>
                      <a:gd name="T11" fmla="*/ 0 h 374"/>
                      <a:gd name="T12" fmla="*/ 119983 w 462"/>
                      <a:gd name="T13" fmla="*/ 52829 h 374"/>
                      <a:gd name="T14" fmla="*/ 124870 w 462"/>
                      <a:gd name="T15" fmla="*/ 62532 h 374"/>
                      <a:gd name="T16" fmla="*/ 19002 w 462"/>
                      <a:gd name="T17" fmla="*/ 10242 h 374"/>
                      <a:gd name="T18" fmla="*/ 9229 w 462"/>
                      <a:gd name="T19" fmla="*/ 38813 h 374"/>
                      <a:gd name="T20" fmla="*/ 33118 w 462"/>
                      <a:gd name="T21" fmla="*/ 81400 h 374"/>
                      <a:gd name="T22" fmla="*/ 9229 w 462"/>
                      <a:gd name="T23" fmla="*/ 72236 h 374"/>
                      <a:gd name="T24" fmla="*/ 9229 w 462"/>
                      <a:gd name="T25" fmla="*/ 72236 h 374"/>
                      <a:gd name="T26" fmla="*/ 53205 w 462"/>
                      <a:gd name="T27" fmla="*/ 124526 h 374"/>
                      <a:gd name="T28" fmla="*/ 38004 w 462"/>
                      <a:gd name="T29" fmla="*/ 124526 h 374"/>
                      <a:gd name="T30" fmla="*/ 28774 w 462"/>
                      <a:gd name="T31" fmla="*/ 124526 h 374"/>
                      <a:gd name="T32" fmla="*/ 77093 w 462"/>
                      <a:gd name="T33" fmla="*/ 158487 h 374"/>
                      <a:gd name="T34" fmla="*/ 14116 w 462"/>
                      <a:gd name="T35" fmla="*/ 182206 h 374"/>
                      <a:gd name="T36" fmla="*/ 0 w 462"/>
                      <a:gd name="T37" fmla="*/ 182206 h 374"/>
                      <a:gd name="T38" fmla="*/ 77093 w 462"/>
                      <a:gd name="T39" fmla="*/ 201074 h 374"/>
                      <a:gd name="T40" fmla="*/ 221508 w 462"/>
                      <a:gd name="T41" fmla="*/ 57681 h 374"/>
                      <a:gd name="T42" fmla="*/ 221508 w 462"/>
                      <a:gd name="T43" fmla="*/ 52829 h 374"/>
                      <a:gd name="T44" fmla="*/ 250282 w 462"/>
                      <a:gd name="T45" fmla="*/ 2425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bg1"/>
                  </a:solidFill>
                  <a:ln>
                    <a:noFill/>
                  </a:ln>
                  <a:effectLst/>
                </p:spPr>
                <p:txBody>
                  <a:bodyPr wrap="none" lIns="34290" tIns="17145" rIns="34290" bIns="17145" anchor="ctr"/>
                  <a:lstStyle/>
                  <a:p>
                    <a:endParaRPr lang="en-US" dirty="0"/>
                  </a:p>
                </p:txBody>
              </p:sp>
            </p:grpSp>
          </p:grpSp>
          <p:sp>
            <p:nvSpPr>
              <p:cNvPr id="11" name="TextBox 10"/>
              <p:cNvSpPr txBox="1"/>
              <p:nvPr/>
            </p:nvSpPr>
            <p:spPr>
              <a:xfrm>
                <a:off x="9680423" y="6408848"/>
                <a:ext cx="768159" cy="261610"/>
              </a:xfrm>
              <a:prstGeom prst="rect">
                <a:avLst/>
              </a:prstGeom>
              <a:noFill/>
            </p:spPr>
            <p:txBody>
              <a:bodyPr wrap="none" rtlCol="0">
                <a:spAutoFit/>
              </a:bodyPr>
              <a:lstStyle/>
              <a:p>
                <a:r>
                  <a:rPr lang="en-US" sz="1100" b="0" dirty="0">
                    <a:solidFill>
                      <a:schemeClr val="bg1">
                        <a:lumMod val="75000"/>
                      </a:schemeClr>
                    </a:solidFill>
                    <a:latin typeface="Segoe UI" panose="020B0502040204020203" pitchFamily="34" charset="0"/>
                    <a:cs typeface="Segoe UI" panose="020B0502040204020203" pitchFamily="34" charset="0"/>
                  </a:rPr>
                  <a:t>Siga-nos!</a:t>
                </a:r>
                <a:endParaRPr lang="id-ID" sz="1100" b="0" dirty="0">
                  <a:solidFill>
                    <a:schemeClr val="bg1">
                      <a:lumMod val="75000"/>
                    </a:schemeClr>
                  </a:solidFill>
                  <a:latin typeface="Segoe UI" panose="020B0502040204020203" pitchFamily="34" charset="0"/>
                  <a:cs typeface="Segoe UI" panose="020B0502040204020203" pitchFamily="34" charset="0"/>
                </a:endParaRPr>
              </a:p>
            </p:txBody>
          </p:sp>
        </p:grpSp>
      </p:grpSp>
      <p:sp>
        <p:nvSpPr>
          <p:cNvPr id="30" name="TextBox 29"/>
          <p:cNvSpPr txBox="1"/>
          <p:nvPr userDrawn="1"/>
        </p:nvSpPr>
        <p:spPr>
          <a:xfrm>
            <a:off x="11492279" y="190500"/>
            <a:ext cx="424980" cy="307777"/>
          </a:xfrm>
          <a:prstGeom prst="rect">
            <a:avLst/>
          </a:prstGeom>
          <a:noFill/>
        </p:spPr>
        <p:txBody>
          <a:bodyPr wrap="square" rtlCol="0">
            <a:spAutoFit/>
          </a:bodyPr>
          <a:lstStyle/>
          <a:p>
            <a:pPr algn="ctr"/>
            <a:fld id="{260E2A6B-A809-4840-BF14-8648BC0BDF87}" type="slidenum">
              <a:rPr lang="id-ID" sz="1400" b="0" i="0" smtClean="0">
                <a:solidFill>
                  <a:schemeClr val="bg1">
                    <a:lumMod val="75000"/>
                  </a:schemeClr>
                </a:solidFill>
                <a:latin typeface="Segoe UI" panose="020B0502040204020203" pitchFamily="34" charset="0"/>
                <a:ea typeface="Liberation Sans" panose="020B0604020202020204" pitchFamily="34" charset="0"/>
                <a:cs typeface="Segoe UI" panose="020B0502040204020203" pitchFamily="34" charset="0"/>
              </a:rPr>
              <a:pPr algn="ctr"/>
              <a:t>‹nº›</a:t>
            </a:fld>
            <a:endParaRPr lang="id-ID" sz="2000" b="0" i="0" dirty="0">
              <a:solidFill>
                <a:schemeClr val="bg1">
                  <a:lumMod val="75000"/>
                </a:schemeClr>
              </a:solidFill>
              <a:latin typeface="Segoe UI" panose="020B0502040204020203" pitchFamily="34" charset="0"/>
              <a:ea typeface="Liberation Sans" panose="020B0604020202020204" pitchFamily="34" charset="0"/>
              <a:cs typeface="Segoe UI" panose="020B0502040204020203" pitchFamily="34" charset="0"/>
            </a:endParaRPr>
          </a:p>
        </p:txBody>
      </p:sp>
    </p:spTree>
    <p:extLst>
      <p:ext uri="{BB962C8B-B14F-4D97-AF65-F5344CB8AC3E}">
        <p14:creationId xmlns:p14="http://schemas.microsoft.com/office/powerpoint/2010/main" val="467365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711"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710" r:id="rId22"/>
    <p:sldLayoutId id="2147483708" r:id="rId23"/>
    <p:sldLayoutId id="2147483670" r:id="rId24"/>
    <p:sldLayoutId id="2147483669" r:id="rId25"/>
    <p:sldLayoutId id="2147483671" r:id="rId26"/>
    <p:sldLayoutId id="2147483672" r:id="rId27"/>
    <p:sldLayoutId id="2147483673" r:id="rId28"/>
    <p:sldLayoutId id="2147483674" r:id="rId29"/>
    <p:sldLayoutId id="2147483677" r:id="rId30"/>
    <p:sldLayoutId id="2147483675" r:id="rId31"/>
    <p:sldLayoutId id="2147483676" r:id="rId32"/>
    <p:sldLayoutId id="2147483678" r:id="rId33"/>
    <p:sldLayoutId id="2147483679" r:id="rId34"/>
    <p:sldLayoutId id="2147483680" r:id="rId35"/>
    <p:sldLayoutId id="2147483681" r:id="rId36"/>
    <p:sldLayoutId id="2147483682" r:id="rId37"/>
    <p:sldLayoutId id="2147483683" r:id="rId38"/>
    <p:sldLayoutId id="2147483684" r:id="rId39"/>
    <p:sldLayoutId id="2147483685" r:id="rId40"/>
    <p:sldLayoutId id="2147483686" r:id="rId41"/>
    <p:sldLayoutId id="2147483687" r:id="rId42"/>
    <p:sldLayoutId id="2147483688" r:id="rId43"/>
    <p:sldLayoutId id="2147483689" r:id="rId44"/>
    <p:sldLayoutId id="2147483690" r:id="rId45"/>
    <p:sldLayoutId id="2147483691" r:id="rId46"/>
    <p:sldLayoutId id="2147483692" r:id="rId47"/>
    <p:sldLayoutId id="2147483693" r:id="rId48"/>
    <p:sldLayoutId id="2147483694" r:id="rId49"/>
    <p:sldLayoutId id="2147483695" r:id="rId50"/>
    <p:sldLayoutId id="2147483696" r:id="rId51"/>
    <p:sldLayoutId id="2147483697" r:id="rId52"/>
    <p:sldLayoutId id="2147483698" r:id="rId53"/>
    <p:sldLayoutId id="2147483699" r:id="rId54"/>
    <p:sldLayoutId id="2147483700" r:id="rId55"/>
    <p:sldLayoutId id="2147483701" r:id="rId56"/>
    <p:sldLayoutId id="2147483702" r:id="rId57"/>
    <p:sldLayoutId id="2147483703" r:id="rId58"/>
    <p:sldLayoutId id="2147483704" r:id="rId59"/>
    <p:sldLayoutId id="2147483705" r:id="rId60"/>
    <p:sldLayoutId id="2147483706" r:id="rId61"/>
    <p:sldLayoutId id="2147483707" r:id="rId62"/>
    <p:sldLayoutId id="2147483709" r:id="rId6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if"/><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6.tif"/><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image" Target="../media/image10.tif"/><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tif"/><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tiff"/><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image" Target="../media/image22.png"/><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1.bin"/><Relationship Id="rId1" Type="http://schemas.openxmlformats.org/officeDocument/2006/relationships/slideLayout" Target="../slideLayouts/slideLayout54.xml"/><Relationship Id="rId5" Type="http://schemas.openxmlformats.org/officeDocument/2006/relationships/image" Target="../media/image29.png"/><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4.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image" Target="../media/image50.tiff"/><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hyperlink" Target="../NR%2010/v&#237;deos/VIDEOS/Acidente%20-%20bloqueio%20esmagamento.wmv" TargetMode="External"/><Relationship Id="rId1" Type="http://schemas.openxmlformats.org/officeDocument/2006/relationships/slideLayout" Target="../slideLayouts/slideLayout38.xml"/><Relationship Id="rId4" Type="http://schemas.openxmlformats.org/officeDocument/2006/relationships/image" Target="../media/image53.jpeg"/></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5.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4.xml"/></Relationships>
</file>

<file path=ppt/slides/_rels/slide50.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3" Type="http://schemas.openxmlformats.org/officeDocument/2006/relationships/image" Target="../media/image58.tiff"/><Relationship Id="rId2" Type="http://schemas.openxmlformats.org/officeDocument/2006/relationships/image" Target="../media/image57.tiff"/><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2" Type="http://schemas.openxmlformats.org/officeDocument/2006/relationships/image" Target="../media/image59.tiff"/><Relationship Id="rId1" Type="http://schemas.openxmlformats.org/officeDocument/2006/relationships/slideLayout" Target="../slideLayouts/slideLayout54.xml"/></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5.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4.xml"/></Relationships>
</file>

<file path=ppt/slides/_rels/slide55.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38.xml"/></Relationships>
</file>

<file path=ppt/slides/_rels/slide5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8.xml"/></Relationships>
</file>

<file path=ppt/slides/_rels/slide57.xml.rels><?xml version="1.0" encoding="UTF-8" standalone="yes"?>
<Relationships xmlns="http://schemas.openxmlformats.org/package/2006/relationships"><Relationship Id="rId2" Type="http://schemas.openxmlformats.org/officeDocument/2006/relationships/image" Target="../media/image64.tif"/><Relationship Id="rId1" Type="http://schemas.openxmlformats.org/officeDocument/2006/relationships/slideLayout" Target="../slideLayouts/slideLayout45.xml"/></Relationships>
</file>

<file path=ppt/slides/_rels/slide58.xml.rels><?xml version="1.0" encoding="UTF-8" standalone="yes"?>
<Relationships xmlns="http://schemas.openxmlformats.org/package/2006/relationships"><Relationship Id="rId2" Type="http://schemas.openxmlformats.org/officeDocument/2006/relationships/image" Target="../media/image64.tif"/><Relationship Id="rId1" Type="http://schemas.openxmlformats.org/officeDocument/2006/relationships/slideLayout" Target="../slideLayouts/slideLayout45.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4.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4.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4.xml"/></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4.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4.xml"/></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4.xml"/></Relationships>
</file>

<file path=ppt/slides/_rels/slide6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4.xml"/></Relationships>
</file>

<file path=ppt/slides/_rels/slide6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4.xml"/></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54.xml"/></Relationships>
</file>

<file path=ppt/slides/_rels/slide6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54.xml"/></Relationships>
</file>

<file path=ppt/slides/_rels/slide6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4.xml"/></Relationships>
</file>

<file path=ppt/slides/_rels/slide7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54.xml"/></Relationships>
</file>

<file path=ppt/slides/_rels/slide7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54.xml"/></Relationships>
</file>

<file path=ppt/slides/_rels/slide7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4.xml"/></Relationships>
</file>

<file path=ppt/slides/_rels/slide7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54.xml"/></Relationships>
</file>

<file path=ppt/slides/_rels/slide7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38.xml"/></Relationships>
</file>

<file path=ppt/slides/_rels/slide7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38.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2" Type="http://schemas.openxmlformats.org/officeDocument/2006/relationships/image" Target="../media/image84.tiff"/><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2" Type="http://schemas.openxmlformats.org/officeDocument/2006/relationships/image" Target="../media/image85.tiff"/><Relationship Id="rId1" Type="http://schemas.openxmlformats.org/officeDocument/2006/relationships/slideLayout" Target="../slideLayouts/slideLayout38.xml"/></Relationships>
</file>

<file path=ppt/slides/_rels/slide7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38.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8.xml"/></Relationships>
</file>

<file path=ppt/slides/_rels/slide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84.xml.rels><?xml version="1.0" encoding="UTF-8" standalone="yes"?>
<Relationships xmlns="http://schemas.openxmlformats.org/package/2006/relationships"><Relationship Id="rId3" Type="http://schemas.microsoft.com/office/2007/relationships/hdphoto" Target="../media/lix_hdphoto1.wdp"/><Relationship Id="rId2" Type="http://schemas.openxmlformats.org/officeDocument/2006/relationships/image" Target="../media/lix_image1.png"/><Relationship Id="rId1" Type="http://schemas.openxmlformats.org/officeDocument/2006/relationships/slideLayout" Target="../slideLayouts/slideLayout60.xml"/></Relationships>
</file>

<file path=ppt/slides/_rels/slide85.xml.rels><?xml version="1.0" encoding="UTF-8" standalone="yes"?>
<Relationships xmlns="http://schemas.openxmlformats.org/package/2006/relationships"><Relationship Id="rId3" Type="http://schemas.openxmlformats.org/officeDocument/2006/relationships/image" Target="../media/lix_image3.jpeg"/><Relationship Id="rId2" Type="http://schemas.openxmlformats.org/officeDocument/2006/relationships/image" Target="../media/lix_image2.png"/><Relationship Id="rId1" Type="http://schemas.openxmlformats.org/officeDocument/2006/relationships/slideLayout" Target="../slideLayouts/slideLayout31.xml"/><Relationship Id="rId4" Type="http://schemas.openxmlformats.org/officeDocument/2006/relationships/image" Target="../media/lix_image4.jpeg"/></Relationships>
</file>

<file path=ppt/slides/_rels/slide86.xml.rels><?xml version="1.0" encoding="UTF-8" standalone="yes"?>
<Relationships xmlns="http://schemas.openxmlformats.org/package/2006/relationships"><Relationship Id="rId3" Type="http://schemas.openxmlformats.org/officeDocument/2006/relationships/image" Target="../media/lix_image4.jpeg"/><Relationship Id="rId2" Type="http://schemas.openxmlformats.org/officeDocument/2006/relationships/image" Target="../media/lix_image3.jpeg"/><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3" Type="http://schemas.openxmlformats.org/officeDocument/2006/relationships/image" Target="../media/lix_image6.png"/><Relationship Id="rId2" Type="http://schemas.openxmlformats.org/officeDocument/2006/relationships/slideLayout" Target="../slideLayouts/slideLayout10.xml"/><Relationship Id="rId1" Type="http://schemas.openxmlformats.org/officeDocument/2006/relationships/vmlDrawing" Target="../drawings/lix_vmlDrawing1.vml"/><Relationship Id="rId6" Type="http://schemas.openxmlformats.org/officeDocument/2006/relationships/image" Target="../media/lix_image5.wmf"/><Relationship Id="rId5" Type="http://schemas.openxmlformats.org/officeDocument/2006/relationships/oleObject" Target="../embeddings/lix_oleObject1.bin"/><Relationship Id="rId4" Type="http://schemas.openxmlformats.org/officeDocument/2006/relationships/image" Target="../media/lix_image7.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9.xml.rels><?xml version="1.0" encoding="UTF-8" standalone="yes"?>
<Relationships xmlns="http://schemas.openxmlformats.org/package/2006/relationships"><Relationship Id="rId3" Type="http://schemas.openxmlformats.org/officeDocument/2006/relationships/image" Target="../media/lix_image9.jpeg"/><Relationship Id="rId2" Type="http://schemas.openxmlformats.org/officeDocument/2006/relationships/image" Target="../media/lix_image8.jpg"/><Relationship Id="rId1" Type="http://schemas.openxmlformats.org/officeDocument/2006/relationships/slideLayout" Target="../slideLayouts/slideLayout45.xml"/></Relationships>
</file>

<file path=ppt/slides/_rels/slide90.xml.rels><?xml version="1.0" encoding="UTF-8" standalone="yes"?>
<Relationships xmlns="http://schemas.openxmlformats.org/package/2006/relationships"><Relationship Id="rId3" Type="http://schemas.openxmlformats.org/officeDocument/2006/relationships/image" Target="../media/lix_image11.jpeg"/><Relationship Id="rId2" Type="http://schemas.openxmlformats.org/officeDocument/2006/relationships/image" Target="../media/lix_image10.jpg"/><Relationship Id="rId1" Type="http://schemas.openxmlformats.org/officeDocument/2006/relationships/slideLayout" Target="../slideLayouts/slideLayout45.xml"/></Relationships>
</file>

<file path=ppt/slides/_rels/slide91.xml.rels><?xml version="1.0" encoding="UTF-8" standalone="yes"?>
<Relationships xmlns="http://schemas.openxmlformats.org/package/2006/relationships"><Relationship Id="rId3" Type="http://schemas.openxmlformats.org/officeDocument/2006/relationships/image" Target="../media/lix_image13.jpeg"/><Relationship Id="rId2" Type="http://schemas.openxmlformats.org/officeDocument/2006/relationships/image" Target="../media/lix_image12.jpg"/><Relationship Id="rId1" Type="http://schemas.openxmlformats.org/officeDocument/2006/relationships/slideLayout" Target="../slideLayouts/slideLayout45.xml"/><Relationship Id="rId5" Type="http://schemas.openxmlformats.org/officeDocument/2006/relationships/image" Target="../media/lix_image15.jpeg"/><Relationship Id="rId4" Type="http://schemas.openxmlformats.org/officeDocument/2006/relationships/image" Target="../media/lix_image14.jpeg"/></Relationships>
</file>

<file path=ppt/slides/_rels/slide92.xml.rels><?xml version="1.0" encoding="UTF-8" standalone="yes"?>
<Relationships xmlns="http://schemas.openxmlformats.org/package/2006/relationships"><Relationship Id="rId2" Type="http://schemas.openxmlformats.org/officeDocument/2006/relationships/image" Target="../media/lix_image16.jpg"/><Relationship Id="rId1" Type="http://schemas.openxmlformats.org/officeDocument/2006/relationships/slideLayout" Target="../slideLayouts/slideLayout45.xml"/></Relationships>
</file>

<file path=ppt/slides/_rels/slide93.xml.rels><?xml version="1.0" encoding="UTF-8" standalone="yes"?>
<Relationships xmlns="http://schemas.openxmlformats.org/package/2006/relationships"><Relationship Id="rId2" Type="http://schemas.openxmlformats.org/officeDocument/2006/relationships/image" Target="../media/lix_image17.png"/><Relationship Id="rId1" Type="http://schemas.openxmlformats.org/officeDocument/2006/relationships/slideLayout" Target="../slideLayouts/slideLayout38.xml"/></Relationships>
</file>

<file path=ppt/slides/_rels/slide94.xml.rels><?xml version="1.0" encoding="UTF-8" standalone="yes"?>
<Relationships xmlns="http://schemas.openxmlformats.org/package/2006/relationships"><Relationship Id="rId2" Type="http://schemas.openxmlformats.org/officeDocument/2006/relationships/image" Target="../media/lix_image17.png"/><Relationship Id="rId1" Type="http://schemas.openxmlformats.org/officeDocument/2006/relationships/slideLayout" Target="../slideLayouts/slideLayout38.xml"/></Relationships>
</file>

<file path=ppt/slides/_rels/slide95.xml.rels><?xml version="1.0" encoding="UTF-8" standalone="yes"?>
<Relationships xmlns="http://schemas.openxmlformats.org/package/2006/relationships"><Relationship Id="rId2" Type="http://schemas.openxmlformats.org/officeDocument/2006/relationships/image" Target="../media/lix_image18.png"/><Relationship Id="rId1" Type="http://schemas.openxmlformats.org/officeDocument/2006/relationships/slideLayout" Target="../slideLayouts/slideLayout38.xml"/></Relationships>
</file>

<file path=ppt/slides/_rels/slide96.xml.rels><?xml version="1.0" encoding="UTF-8" standalone="yes"?>
<Relationships xmlns="http://schemas.openxmlformats.org/package/2006/relationships"><Relationship Id="rId2" Type="http://schemas.openxmlformats.org/officeDocument/2006/relationships/image" Target="../media/lix_image18.png"/><Relationship Id="rId1" Type="http://schemas.openxmlformats.org/officeDocument/2006/relationships/slideLayout" Target="../slideLayouts/slideLayout38.xml"/></Relationships>
</file>

<file path=ppt/slides/_rels/slide97.xml.rels><?xml version="1.0" encoding="UTF-8" standalone="yes"?>
<Relationships xmlns="http://schemas.openxmlformats.org/package/2006/relationships"><Relationship Id="rId2" Type="http://schemas.openxmlformats.org/officeDocument/2006/relationships/image" Target="../media/lix_image19.png"/><Relationship Id="rId1" Type="http://schemas.openxmlformats.org/officeDocument/2006/relationships/slideLayout" Target="../slideLayouts/slideLayout38.xml"/></Relationships>
</file>

<file path=ppt/slides/_rels/slide98.xml.rels><?xml version="1.0" encoding="UTF-8" standalone="yes"?>
<Relationships xmlns="http://schemas.openxmlformats.org/package/2006/relationships"><Relationship Id="rId2" Type="http://schemas.openxmlformats.org/officeDocument/2006/relationships/image" Target="../media/lix_image20.jpg"/><Relationship Id="rId1" Type="http://schemas.openxmlformats.org/officeDocument/2006/relationships/slideLayout" Target="../slideLayouts/slideLayout3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1.xml.rels><?xml version="1.0" encoding="UTF-8" standalone="yes"?>
<Relationships xmlns="http://schemas.openxmlformats.org/package/2006/relationships"><Relationship Id="rId3" Type="http://schemas.microsoft.com/office/2007/relationships/hdphoto" Target="../media/roc_hdphoto1.wdp"/><Relationship Id="rId2" Type="http://schemas.openxmlformats.org/officeDocument/2006/relationships/image" Target="../media/roc_image1.png"/><Relationship Id="rId1" Type="http://schemas.openxmlformats.org/officeDocument/2006/relationships/slideLayout" Target="../slideLayouts/slideLayout60.xml"/></Relationships>
</file>

<file path=ppt/slides/_rels/slide102.xml.rels><?xml version="1.0" encoding="UTF-8" standalone="yes"?>
<Relationships xmlns="http://schemas.openxmlformats.org/package/2006/relationships"><Relationship Id="rId2" Type="http://schemas.openxmlformats.org/officeDocument/2006/relationships/image" Target="../media/roc_image2.png"/><Relationship Id="rId1" Type="http://schemas.openxmlformats.org/officeDocument/2006/relationships/slideLayout" Target="../slideLayouts/slideLayout45.xml"/></Relationships>
</file>

<file path=ppt/slides/_rels/slide103.xml.rels><?xml version="1.0" encoding="UTF-8" standalone="yes"?>
<Relationships xmlns="http://schemas.openxmlformats.org/package/2006/relationships"><Relationship Id="rId3" Type="http://schemas.openxmlformats.org/officeDocument/2006/relationships/image" Target="../media/roc_image4.jpg"/><Relationship Id="rId7" Type="http://schemas.openxmlformats.org/officeDocument/2006/relationships/image" Target="../media/roc_image8.jpg"/><Relationship Id="rId2" Type="http://schemas.openxmlformats.org/officeDocument/2006/relationships/image" Target="../media/roc_image3.jpg"/><Relationship Id="rId1" Type="http://schemas.openxmlformats.org/officeDocument/2006/relationships/slideLayout" Target="../slideLayouts/slideLayout38.xml"/><Relationship Id="rId6" Type="http://schemas.openxmlformats.org/officeDocument/2006/relationships/image" Target="../media/roc_image7.jpg"/><Relationship Id="rId5" Type="http://schemas.openxmlformats.org/officeDocument/2006/relationships/image" Target="../media/roc_image6.jpg"/><Relationship Id="rId4" Type="http://schemas.openxmlformats.org/officeDocument/2006/relationships/image" Target="../media/roc_image5.jpg"/></Relationships>
</file>

<file path=ppt/slides/_rels/slide104.xml.rels><?xml version="1.0" encoding="UTF-8" standalone="yes"?>
<Relationships xmlns="http://schemas.openxmlformats.org/package/2006/relationships"><Relationship Id="rId2" Type="http://schemas.openxmlformats.org/officeDocument/2006/relationships/image" Target="../media/roc_image9.jp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image" Target="../media/roc_image10.png"/><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2" Type="http://schemas.openxmlformats.org/officeDocument/2006/relationships/image" Target="../media/roc_image5.jpg"/><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2" Type="http://schemas.openxmlformats.org/officeDocument/2006/relationships/image" Target="../media/roc_image6.jpg"/><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3" Type="http://schemas.openxmlformats.org/officeDocument/2006/relationships/image" Target="../media/roc_image11.jpeg"/><Relationship Id="rId2" Type="http://schemas.openxmlformats.org/officeDocument/2006/relationships/image" Target="../media/roc_image7.jpg"/><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0.xml.rels><?xml version="1.0" encoding="UTF-8" standalone="yes"?>
<Relationships xmlns="http://schemas.openxmlformats.org/package/2006/relationships"><Relationship Id="rId3" Type="http://schemas.openxmlformats.org/officeDocument/2006/relationships/image" Target="../media/roc_image13.jpg"/><Relationship Id="rId2" Type="http://schemas.openxmlformats.org/officeDocument/2006/relationships/image" Target="../media/roc_image12.png"/><Relationship Id="rId1" Type="http://schemas.openxmlformats.org/officeDocument/2006/relationships/slideLayout" Target="../slideLayouts/slideLayout38.xml"/><Relationship Id="rId4" Type="http://schemas.openxmlformats.org/officeDocument/2006/relationships/image" Target="../media/roc_image14.jpg"/></Relationships>
</file>

<file path=ppt/slides/_rels/slide111.xml.rels><?xml version="1.0" encoding="UTF-8" standalone="yes"?>
<Relationships xmlns="http://schemas.openxmlformats.org/package/2006/relationships"><Relationship Id="rId2" Type="http://schemas.openxmlformats.org/officeDocument/2006/relationships/image" Target="../media/roc_image15.jpg"/><Relationship Id="rId1" Type="http://schemas.openxmlformats.org/officeDocument/2006/relationships/slideLayout" Target="../slideLayouts/slideLayout4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3.xml.rels><?xml version="1.0" encoding="UTF-8" standalone="yes"?>
<Relationships xmlns="http://schemas.openxmlformats.org/package/2006/relationships"><Relationship Id="rId2" Type="http://schemas.openxmlformats.org/officeDocument/2006/relationships/image" Target="../media/roc_image16.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roc_image18.png"/><Relationship Id="rId2" Type="http://schemas.openxmlformats.org/officeDocument/2006/relationships/image" Target="../media/roc_image17.jpg"/><Relationship Id="rId1" Type="http://schemas.openxmlformats.org/officeDocument/2006/relationships/slideLayout" Target="../slideLayouts/slideLayout31.xml"/></Relationships>
</file>

<file path=ppt/slides/_rels/slide115.xml.rels><?xml version="1.0" encoding="UTF-8" standalone="yes"?>
<Relationships xmlns="http://schemas.openxmlformats.org/package/2006/relationships"><Relationship Id="rId3" Type="http://schemas.openxmlformats.org/officeDocument/2006/relationships/image" Target="../media/roc_image18.png"/><Relationship Id="rId2" Type="http://schemas.openxmlformats.org/officeDocument/2006/relationships/image" Target="../media/roc_image16.png"/><Relationship Id="rId1" Type="http://schemas.openxmlformats.org/officeDocument/2006/relationships/slideLayout" Target="../slideLayouts/slideLayout32.xml"/></Relationships>
</file>

<file path=ppt/slides/_rels/slide116.xml.rels><?xml version="1.0" encoding="UTF-8" standalone="yes"?>
<Relationships xmlns="http://schemas.openxmlformats.org/package/2006/relationships"><Relationship Id="rId2" Type="http://schemas.openxmlformats.org/officeDocument/2006/relationships/image" Target="../media/roc_image19.jpg"/><Relationship Id="rId1" Type="http://schemas.openxmlformats.org/officeDocument/2006/relationships/slideLayout" Target="../slideLayouts/slideLayout3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roc_image20.jpg"/><Relationship Id="rId2" Type="http://schemas.openxmlformats.org/officeDocument/2006/relationships/image" Target="../media/roc_image18.png"/><Relationship Id="rId1" Type="http://schemas.openxmlformats.org/officeDocument/2006/relationships/slideLayout" Target="../slideLayouts/slideLayout32.xml"/></Relationships>
</file>

<file path=ppt/slides/_rels/slide119.xml.rels><?xml version="1.0" encoding="UTF-8" standalone="yes"?>
<Relationships xmlns="http://schemas.openxmlformats.org/package/2006/relationships"><Relationship Id="rId3" Type="http://schemas.microsoft.com/office/2007/relationships/hdphoto" Target="../media/lix_hdphoto1.wdp"/><Relationship Id="rId2" Type="http://schemas.openxmlformats.org/officeDocument/2006/relationships/image" Target="../media/lix_image1.png"/><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Uma imagem contendo no interior, verde, edifício, mesa&#10;&#10;Descrição gerada automaticamente">
            <a:extLst>
              <a:ext uri="{FF2B5EF4-FFF2-40B4-BE49-F238E27FC236}">
                <a16:creationId xmlns:a16="http://schemas.microsoft.com/office/drawing/2014/main" id="{84F977A5-73AD-42C6-92F1-E5B7ED005D3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 name="TextBox 2"/>
          <p:cNvSpPr txBox="1"/>
          <p:nvPr/>
        </p:nvSpPr>
        <p:spPr>
          <a:xfrm>
            <a:off x="152899" y="2539365"/>
            <a:ext cx="11872844" cy="946413"/>
          </a:xfrm>
          <a:prstGeom prst="rect">
            <a:avLst/>
          </a:prstGeom>
          <a:noFill/>
        </p:spPr>
        <p:txBody>
          <a:bodyPr wrap="square" rtlCol="0">
            <a:spAutoFit/>
          </a:bodyPr>
          <a:lstStyle/>
          <a:p>
            <a:pPr algn="ctr">
              <a:lnSpc>
                <a:spcPct val="90000"/>
              </a:lnSpc>
            </a:pPr>
            <a:r>
              <a:rPr lang="pt-BR" altLang="pt-BR" sz="6000" b="1" dirty="0">
                <a:solidFill>
                  <a:schemeClr val="bg1"/>
                </a:solidFill>
                <a:latin typeface="Bebas Neue" panose="020B0606020202050201" pitchFamily="34" charset="0"/>
              </a:rPr>
              <a:t>Nr-12</a:t>
            </a: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
        <p:nvSpPr>
          <p:cNvPr id="14" name="TextBox 2">
            <a:extLst>
              <a:ext uri="{FF2B5EF4-FFF2-40B4-BE49-F238E27FC236}">
                <a16:creationId xmlns:a16="http://schemas.microsoft.com/office/drawing/2014/main" id="{A0D8A556-D0AC-4841-AF47-DAF0DABFA933}"/>
              </a:ext>
            </a:extLst>
          </p:cNvPr>
          <p:cNvSpPr txBox="1"/>
          <p:nvPr/>
        </p:nvSpPr>
        <p:spPr>
          <a:xfrm>
            <a:off x="604539" y="3438939"/>
            <a:ext cx="11148147" cy="861005"/>
          </a:xfrm>
          <a:prstGeom prst="rect">
            <a:avLst/>
          </a:prstGeom>
          <a:noFill/>
        </p:spPr>
        <p:txBody>
          <a:bodyPr wrap="square" rtlCol="0">
            <a:spAutoFit/>
          </a:bodyPr>
          <a:lstStyle/>
          <a:p>
            <a:pPr algn="ctr">
              <a:lnSpc>
                <a:spcPct val="90000"/>
              </a:lnSpc>
            </a:pPr>
            <a:r>
              <a:rPr lang="pt-BR" altLang="pt-BR" sz="5400" b="1" dirty="0">
                <a:solidFill>
                  <a:schemeClr val="bg1"/>
                </a:solidFill>
                <a:latin typeface="Bebas Neue" panose="020B0606020202050201" pitchFamily="34" charset="0"/>
              </a:rPr>
              <a:t>Segurança em Máquinas e Equipamentos </a:t>
            </a:r>
          </a:p>
        </p:txBody>
      </p:sp>
    </p:spTree>
    <p:extLst>
      <p:ext uri="{BB962C8B-B14F-4D97-AF65-F5344CB8AC3E}">
        <p14:creationId xmlns:p14="http://schemas.microsoft.com/office/powerpoint/2010/main" val="113970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141582" y="692351"/>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pt-BR" sz="4800" b="1" dirty="0">
              <a:solidFill>
                <a:schemeClr val="bg1"/>
              </a:solidFill>
              <a:latin typeface="Bebas Neue" panose="020B0606020202050201" pitchFamily="34" charset="0"/>
              <a:cs typeface="Segoe UI Light" panose="020B0502040204020203" pitchFamily="34" charset="0"/>
            </a:endParaRPr>
          </a:p>
          <a:p>
            <a:pPr algn="just">
              <a:spcBef>
                <a:spcPct val="0"/>
              </a:spcBef>
            </a:pPr>
            <a:r>
              <a:rPr lang="pt-BR" altLang="pt-BR" sz="2400" dirty="0">
                <a:solidFill>
                  <a:schemeClr val="bg1"/>
                </a:solidFill>
                <a:latin typeface="Segoe UI Light" panose="020B0502040204020203" pitchFamily="34" charset="0"/>
                <a:cs typeface="Segoe UI Light" panose="020B0502040204020203" pitchFamily="34" charset="0"/>
              </a:rPr>
              <a:t>A norma nasceu de uma necessidade de reduzir os acidentes do trabalho com máquinas e equipamentos.</a:t>
            </a:r>
          </a:p>
        </p:txBody>
      </p:sp>
      <p:sp>
        <p:nvSpPr>
          <p:cNvPr id="12" name="Text Placeholder 4"/>
          <p:cNvSpPr txBox="1">
            <a:spLocks/>
          </p:cNvSpPr>
          <p:nvPr/>
        </p:nvSpPr>
        <p:spPr>
          <a:xfrm>
            <a:off x="8126492" y="2510955"/>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bg1"/>
                </a:solidFill>
                <a:latin typeface="Bebas Neue" panose="020B0606020202050201" pitchFamily="34" charset="0"/>
                <a:cs typeface="Calibri"/>
              </a:rPr>
              <a:t>Introdução a NR-12</a:t>
            </a:r>
          </a:p>
        </p:txBody>
      </p:sp>
      <p:sp>
        <p:nvSpPr>
          <p:cNvPr id="13" name="Rectangle 12"/>
          <p:cNvSpPr/>
          <p:nvPr/>
        </p:nvSpPr>
        <p:spPr>
          <a:xfrm>
            <a:off x="8240793" y="3377848"/>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0" name="Text Placeholder 4">
            <a:extLst>
              <a:ext uri="{FF2B5EF4-FFF2-40B4-BE49-F238E27FC236}">
                <a16:creationId xmlns:a16="http://schemas.microsoft.com/office/drawing/2014/main" id="{99BF2630-C313-4A5B-ABD8-9F325355D1E9}"/>
              </a:ext>
            </a:extLst>
          </p:cNvPr>
          <p:cNvSpPr txBox="1">
            <a:spLocks/>
          </p:cNvSpPr>
          <p:nvPr/>
        </p:nvSpPr>
        <p:spPr>
          <a:xfrm>
            <a:off x="442263" y="2475995"/>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pt-BR" sz="4800" b="1" dirty="0">
              <a:solidFill>
                <a:schemeClr val="bg1"/>
              </a:solidFill>
              <a:latin typeface="Bebas Neue" panose="020B0606020202050201" pitchFamily="34" charset="0"/>
              <a:cs typeface="Segoe UI Light" panose="020B0502040204020203" pitchFamily="34" charset="0"/>
            </a:endParaRPr>
          </a:p>
          <a:p>
            <a:pPr marL="0" indent="0">
              <a:spcBef>
                <a:spcPct val="0"/>
              </a:spcBef>
              <a:buNone/>
            </a:pPr>
            <a:r>
              <a:rPr lang="pt-BR" altLang="pt-BR" sz="2400" dirty="0">
                <a:solidFill>
                  <a:schemeClr val="bg1"/>
                </a:solidFill>
                <a:latin typeface="Segoe UI Light" panose="020B0502040204020203" pitchFamily="34" charset="0"/>
                <a:cs typeface="Segoe UI Light" panose="020B0502040204020203" pitchFamily="34" charset="0"/>
              </a:rPr>
              <a:t>“Estimativas indicam que Máquinas e equipamentos participam com aproximadamente 50% do total de acidentes típicos ... </a:t>
            </a:r>
          </a:p>
          <a:p>
            <a:pPr marL="0" indent="0">
              <a:spcBef>
                <a:spcPct val="0"/>
              </a:spcBef>
              <a:buNone/>
            </a:pPr>
            <a:endParaRPr lang="pt-BR" altLang="pt-BR" sz="2400" dirty="0">
              <a:solidFill>
                <a:schemeClr val="bg1"/>
              </a:solidFill>
              <a:latin typeface="Segoe UI Light" panose="020B0502040204020203" pitchFamily="34" charset="0"/>
              <a:cs typeface="Segoe UI Light" panose="020B0502040204020203" pitchFamily="34" charset="0"/>
            </a:endParaRPr>
          </a:p>
          <a:p>
            <a:pPr marL="0" indent="0">
              <a:spcBef>
                <a:spcPct val="0"/>
              </a:spcBef>
              <a:buNone/>
            </a:pPr>
            <a:r>
              <a:rPr lang="pt-BR" altLang="pt-BR" sz="2400" dirty="0">
                <a:solidFill>
                  <a:schemeClr val="bg1"/>
                </a:solidFill>
                <a:latin typeface="Segoe UI Light" panose="020B0502040204020203" pitchFamily="34" charset="0"/>
                <a:cs typeface="Segoe UI Light" panose="020B0502040204020203" pitchFamily="34" charset="0"/>
              </a:rPr>
              <a:t>Fonte: Revista Proteção 117, 09-2001 </a:t>
            </a:r>
          </a:p>
        </p:txBody>
      </p:sp>
      <p:pic>
        <p:nvPicPr>
          <p:cNvPr id="7" name="Espaço Reservado para Imagem 6" descr="Desenho de personagem de desenho animado&#10;&#10;Descrição gerada automaticamente com confiança média">
            <a:extLst>
              <a:ext uri="{FF2B5EF4-FFF2-40B4-BE49-F238E27FC236}">
                <a16:creationId xmlns:a16="http://schemas.microsoft.com/office/drawing/2014/main" id="{93840409-490E-4629-9E79-2EDDD07599C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7888" r="7888"/>
          <a:stretch>
            <a:fillRect/>
          </a:stretch>
        </p:blipFill>
        <p:spPr>
          <a:xfrm>
            <a:off x="4592200" y="1802167"/>
            <a:ext cx="3243263" cy="3429000"/>
          </a:xfrm>
        </p:spPr>
      </p:pic>
    </p:spTree>
    <p:extLst>
      <p:ext uri="{BB962C8B-B14F-4D97-AF65-F5344CB8AC3E}">
        <p14:creationId xmlns:p14="http://schemas.microsoft.com/office/powerpoint/2010/main" val="370855816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1+#ppt_w/2"/>
                                          </p:val>
                                        </p:tav>
                                        <p:tav tm="100000">
                                          <p:val>
                                            <p:strVal val="#ppt_x"/>
                                          </p:val>
                                        </p:tav>
                                      </p:tavLst>
                                    </p:anim>
                                    <p:anim calcmode="lin" valueType="num">
                                      <p:cBhvr additive="base">
                                        <p:cTn id="36"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Espaço Reservado para Imagem 6" descr="Diagrama&#10;&#10;Descrição gerada automaticamente">
            <a:extLst>
              <a:ext uri="{FF2B5EF4-FFF2-40B4-BE49-F238E27FC236}">
                <a16:creationId xmlns:a16="http://schemas.microsoft.com/office/drawing/2014/main" id="{DE82A5FC-3C3A-4543-85FD-45930C78CFCA}"/>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587" r="-166"/>
          <a:stretch/>
        </p:blipFill>
        <p:spPr>
          <a:xfrm>
            <a:off x="2345186" y="2011485"/>
            <a:ext cx="7501628" cy="4743624"/>
          </a:xfrm>
          <a:effectLst/>
        </p:spPr>
      </p:pic>
      <p:sp>
        <p:nvSpPr>
          <p:cNvPr id="14" name="Text Placeholder 4"/>
          <p:cNvSpPr txBox="1">
            <a:spLocks/>
          </p:cNvSpPr>
          <p:nvPr/>
        </p:nvSpPr>
        <p:spPr>
          <a:xfrm>
            <a:off x="4225025" y="175846"/>
            <a:ext cx="474838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Introdução a NR-12</a:t>
            </a:r>
          </a:p>
        </p:txBody>
      </p:sp>
      <p:sp>
        <p:nvSpPr>
          <p:cNvPr id="15" name="Rectangle 14"/>
          <p:cNvSpPr/>
          <p:nvPr/>
        </p:nvSpPr>
        <p:spPr>
          <a:xfrm>
            <a:off x="4225025" y="950297"/>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1376762" y="1381630"/>
            <a:ext cx="9755466" cy="8157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2400" dirty="0">
                <a:latin typeface="Segoe UI Light" panose="020B0502040204020203" pitchFamily="34" charset="0"/>
                <a:cs typeface="Segoe UI Light" panose="020B0502040204020203" pitchFamily="34" charset="0"/>
              </a:rPr>
              <a:t>Então a norma, tem como objetivo prover regulamentações objetivas para atuar nas principais causas de acidentes :</a:t>
            </a:r>
          </a:p>
        </p:txBody>
      </p:sp>
      <p:sp>
        <p:nvSpPr>
          <p:cNvPr id="17" name="Rectangle 6"/>
          <p:cNvSpPr/>
          <p:nvPr/>
        </p:nvSpPr>
        <p:spPr>
          <a:xfrm rot="19263167">
            <a:off x="8479219" y="6198005"/>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04787683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2" presetClass="entr" presetSubtype="2" fill="hold" grpId="0" nodeType="withEffect">
                                  <p:stCondLst>
                                    <p:cond delay="350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750" fill="hold"/>
                                        <p:tgtEl>
                                          <p:spTgt spid="17"/>
                                        </p:tgtEl>
                                        <p:attrNameLst>
                                          <p:attrName>ppt_x</p:attrName>
                                        </p:attrNameLst>
                                      </p:cBhvr>
                                      <p:tavLst>
                                        <p:tav tm="0">
                                          <p:val>
                                            <p:strVal val="1+#ppt_w/2"/>
                                          </p:val>
                                        </p:tav>
                                        <p:tav tm="100000">
                                          <p:val>
                                            <p:strVal val="#ppt_x"/>
                                          </p:val>
                                        </p:tav>
                                      </p:tavLst>
                                    </p:anim>
                                    <p:anim calcmode="lin" valueType="num">
                                      <p:cBhvr additive="base">
                                        <p:cTn id="19"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3"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1635543" y="283301"/>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Introdução a NR-12</a:t>
            </a:r>
          </a:p>
        </p:txBody>
      </p:sp>
      <p:sp>
        <p:nvSpPr>
          <p:cNvPr id="21" name="Rectangle 20"/>
          <p:cNvSpPr/>
          <p:nvPr/>
        </p:nvSpPr>
        <p:spPr>
          <a:xfrm>
            <a:off x="1692813" y="10528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88110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b="1" dirty="0">
                <a:solidFill>
                  <a:schemeClr val="bg1"/>
                </a:solidFill>
                <a:latin typeface="Segoe UI Light" panose="020B0502040204020203" pitchFamily="34" charset="0"/>
                <a:cs typeface="Segoe UI Light" panose="020B0502040204020203" pitchFamily="34" charset="0"/>
              </a:rPr>
              <a:t>A NR12 trouxe uma atualização tecnológica para equipamentos que não possuíam proteção no passado. </a:t>
            </a:r>
          </a:p>
        </p:txBody>
      </p:sp>
      <p:pic>
        <p:nvPicPr>
          <p:cNvPr id="11" name="Imagem 10" descr="Uma imagem contendo misturador de concreto, mesa&#10;&#10;Descrição gerada automaticamente">
            <a:extLst>
              <a:ext uri="{FF2B5EF4-FFF2-40B4-BE49-F238E27FC236}">
                <a16:creationId xmlns:a16="http://schemas.microsoft.com/office/drawing/2014/main" id="{EA7AED00-9161-4709-95B6-11364441D3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6295" y="3322911"/>
            <a:ext cx="3535089" cy="3535089"/>
          </a:xfrm>
          <a:prstGeom prst="rect">
            <a:avLst/>
          </a:prstGeom>
        </p:spPr>
      </p:pic>
      <p:pic>
        <p:nvPicPr>
          <p:cNvPr id="13" name="Imagem 12" descr="Bicicleta com capacete&#10;&#10;Descrição gerada automaticamente com confiança baixa">
            <a:extLst>
              <a:ext uri="{FF2B5EF4-FFF2-40B4-BE49-F238E27FC236}">
                <a16:creationId xmlns:a16="http://schemas.microsoft.com/office/drawing/2014/main" id="{B76DFC8C-7834-4AE1-8915-0DADB6F69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391" y="1342219"/>
            <a:ext cx="3034478" cy="3535089"/>
          </a:xfrm>
          <a:prstGeom prst="rect">
            <a:avLst/>
          </a:prstGeom>
        </p:spPr>
      </p:pic>
    </p:spTree>
    <p:extLst>
      <p:ext uri="{BB962C8B-B14F-4D97-AF65-F5344CB8AC3E}">
        <p14:creationId xmlns:p14="http://schemas.microsoft.com/office/powerpoint/2010/main" val="5278451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1815280" y="198700"/>
            <a:ext cx="4530540"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Introdução a NR-12</a:t>
            </a:r>
          </a:p>
        </p:txBody>
      </p:sp>
      <p:sp>
        <p:nvSpPr>
          <p:cNvPr id="21" name="Rectangle 20"/>
          <p:cNvSpPr/>
          <p:nvPr/>
        </p:nvSpPr>
        <p:spPr>
          <a:xfrm>
            <a:off x="2024003" y="106559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535466"/>
            <a:ext cx="4804609" cy="20917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ct val="50000"/>
              </a:spcBef>
              <a:buClr>
                <a:schemeClr val="bg2"/>
              </a:buClr>
            </a:pPr>
            <a:r>
              <a:rPr lang="pt-BR" altLang="pt-BR" sz="2400" b="1" dirty="0">
                <a:solidFill>
                  <a:schemeClr val="bg1"/>
                </a:solidFill>
                <a:latin typeface="Segoe UI Light" panose="020B0502040204020203" pitchFamily="34" charset="0"/>
                <a:cs typeface="Segoe UI Light" panose="020B0502040204020203" pitchFamily="34" charset="0"/>
              </a:rPr>
              <a:t>A NR12 assim como todas as normas regulamentadores possuem força de lei e deve ser observada por todas as empresas regidas pela CLT . </a:t>
            </a:r>
          </a:p>
        </p:txBody>
      </p:sp>
      <p:sp>
        <p:nvSpPr>
          <p:cNvPr id="28" name="Rectangle 6"/>
          <p:cNvSpPr/>
          <p:nvPr/>
        </p:nvSpPr>
        <p:spPr>
          <a:xfrm rot="18604412">
            <a:off x="-1895171" y="-1052559"/>
            <a:ext cx="4188991" cy="261884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6" name="Espaço Reservado para Imagem 5" descr="Tela de computador com texto preto sobre fundo branco&#10;&#10;Descrição gerada automaticamente com confiança média">
            <a:extLst>
              <a:ext uri="{FF2B5EF4-FFF2-40B4-BE49-F238E27FC236}">
                <a16:creationId xmlns:a16="http://schemas.microsoft.com/office/drawing/2014/main" id="{AAFF5C77-AE50-4509-90DD-B6D3339A05F5}"/>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7897" r="13829"/>
          <a:stretch/>
        </p:blipFill>
        <p:spPr>
          <a:xfrm>
            <a:off x="973804" y="1536074"/>
            <a:ext cx="5621013" cy="4413611"/>
          </a:xfrm>
        </p:spPr>
      </p:pic>
    </p:spTree>
    <p:extLst>
      <p:ext uri="{BB962C8B-B14F-4D97-AF65-F5344CB8AC3E}">
        <p14:creationId xmlns:p14="http://schemas.microsoft.com/office/powerpoint/2010/main" val="15924959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750" fill="hold"/>
                                        <p:tgtEl>
                                          <p:spTgt spid="28"/>
                                        </p:tgtEl>
                                        <p:attrNameLst>
                                          <p:attrName>ppt_x</p:attrName>
                                        </p:attrNameLst>
                                      </p:cBhvr>
                                      <p:tavLst>
                                        <p:tav tm="0">
                                          <p:val>
                                            <p:strVal val="1+#ppt_w/2"/>
                                          </p:val>
                                        </p:tav>
                                        <p:tav tm="100000">
                                          <p:val>
                                            <p:strVal val="#ppt_x"/>
                                          </p:val>
                                        </p:tav>
                                      </p:tavLst>
                                    </p:anim>
                                    <p:anim calcmode="lin" valueType="num">
                                      <p:cBhvr additive="base">
                                        <p:cTn id="31" dur="7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595049" y="1254828"/>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A norma passou por várias revisões com o objetivo de se manter atualizada e atender às necessidades do mercado de trabalho. </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Revisões da Norma</a:t>
            </a:r>
          </a:p>
        </p:txBody>
      </p:sp>
      <p:pic>
        <p:nvPicPr>
          <p:cNvPr id="10" name="Imagem 9">
            <a:extLst>
              <a:ext uri="{FF2B5EF4-FFF2-40B4-BE49-F238E27FC236}">
                <a16:creationId xmlns:a16="http://schemas.microsoft.com/office/drawing/2014/main" id="{39E768FC-496F-40E7-8DCD-9500A13E5BE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94302" y="1913310"/>
            <a:ext cx="5003396" cy="4857592"/>
          </a:xfrm>
          <a:prstGeom prst="rect">
            <a:avLst/>
          </a:prstGeom>
        </p:spPr>
      </p:pic>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4206348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m 13">
            <a:extLst>
              <a:ext uri="{FF2B5EF4-FFF2-40B4-BE49-F238E27FC236}">
                <a16:creationId xmlns:a16="http://schemas.microsoft.com/office/drawing/2014/main" id="{B0FD559A-A607-4BEA-BAC4-B969D988C4C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43369" y="1543959"/>
            <a:ext cx="9705262" cy="4885420"/>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Tópicos da Norma</a:t>
            </a:r>
          </a:p>
        </p:txBody>
      </p:sp>
      <p:sp>
        <p:nvSpPr>
          <p:cNvPr id="11" name="Rectangle 20">
            <a:extLst>
              <a:ext uri="{FF2B5EF4-FFF2-40B4-BE49-F238E27FC236}">
                <a16:creationId xmlns:a16="http://schemas.microsoft.com/office/drawing/2014/main" id="{EEF87BC9-18C0-452C-995C-59500B02B325}"/>
              </a:ext>
            </a:extLst>
          </p:cNvPr>
          <p:cNvSpPr/>
          <p:nvPr/>
        </p:nvSpPr>
        <p:spPr>
          <a:xfrm>
            <a:off x="4210323" y="11372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32626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2B1BD8A8-1C29-4912-9C5F-77C7A190776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66873" y="1482144"/>
            <a:ext cx="9658253" cy="496644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Tópicos da Norma</a:t>
            </a:r>
          </a:p>
        </p:txBody>
      </p:sp>
      <p:sp>
        <p:nvSpPr>
          <p:cNvPr id="11" name="Rectangle 20">
            <a:extLst>
              <a:ext uri="{FF2B5EF4-FFF2-40B4-BE49-F238E27FC236}">
                <a16:creationId xmlns:a16="http://schemas.microsoft.com/office/drawing/2014/main" id="{EEF87BC9-18C0-452C-995C-59500B02B325}"/>
              </a:ext>
            </a:extLst>
          </p:cNvPr>
          <p:cNvSpPr/>
          <p:nvPr/>
        </p:nvSpPr>
        <p:spPr>
          <a:xfrm>
            <a:off x="4210323" y="11372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D5F7A973-9492-4AF8-954F-1B0E77E7B23F}"/>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1882282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161187" y="1026285"/>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dirty="0">
                <a:solidFill>
                  <a:schemeClr val="bg1"/>
                </a:solidFill>
                <a:latin typeface="Segoe UI Light" panose="020B0502040204020203" pitchFamily="34" charset="0"/>
                <a:cs typeface="Segoe UI Light" panose="020B0502040204020203" pitchFamily="34" charset="0"/>
              </a:rPr>
              <a:t>Aplica-se a TODAS as fases de projeto e utilização de máquinas e equipamentos. </a:t>
            </a:r>
          </a:p>
          <a:p>
            <a:pPr algn="just"/>
            <a:endParaRPr lang="pt-BR" altLang="pt-BR" sz="18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Princípios </a:t>
            </a:r>
          </a:p>
          <a:p>
            <a:pPr marL="0" indent="0">
              <a:lnSpc>
                <a:spcPct val="114000"/>
              </a:lnSpc>
              <a:buNone/>
              <a:defRPr/>
            </a:pPr>
            <a:r>
              <a:rPr lang="pt-BR" sz="4400" dirty="0">
                <a:solidFill>
                  <a:schemeClr val="bg1"/>
                </a:solidFill>
                <a:latin typeface="Bebas Neue" panose="020B0606020202050201" pitchFamily="34" charset="0"/>
              </a:rPr>
              <a:t>Gerais</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7" name="Espaço Reservado para Imagem 6" descr="Imagem digital fictícia de personagem de desenho animado&#10;&#10;Descrição gerada automaticamente com confiança baixa">
            <a:extLst>
              <a:ext uri="{FF2B5EF4-FFF2-40B4-BE49-F238E27FC236}">
                <a16:creationId xmlns:a16="http://schemas.microsoft.com/office/drawing/2014/main" id="{964341F2-F033-4EA4-8699-3A5C2337218F}"/>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98" b="-248"/>
          <a:stretch/>
        </p:blipFill>
        <p:spPr>
          <a:xfrm>
            <a:off x="4713705" y="1752600"/>
            <a:ext cx="2954504" cy="3566160"/>
          </a:xfrm>
        </p:spPr>
      </p:pic>
      <p:sp>
        <p:nvSpPr>
          <p:cNvPr id="22" name="Text Placeholder 4">
            <a:extLst>
              <a:ext uri="{FF2B5EF4-FFF2-40B4-BE49-F238E27FC236}">
                <a16:creationId xmlns:a16="http://schemas.microsoft.com/office/drawing/2014/main" id="{76BF80CB-FDA1-4D54-8379-A7ABB54B72CB}"/>
              </a:ext>
            </a:extLst>
          </p:cNvPr>
          <p:cNvSpPr txBox="1">
            <a:spLocks/>
          </p:cNvSpPr>
          <p:nvPr/>
        </p:nvSpPr>
        <p:spPr>
          <a:xfrm>
            <a:off x="418244" y="1092403"/>
            <a:ext cx="4145435" cy="2437106"/>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r>
              <a:rPr lang="pt-BR" altLang="pt-BR" sz="2000" dirty="0">
                <a:solidFill>
                  <a:schemeClr val="bg1"/>
                </a:solidFill>
                <a:latin typeface="Segoe UI Light" panose="020B0502040204020203" pitchFamily="34" charset="0"/>
                <a:cs typeface="Segoe UI Light" panose="020B0502040204020203" pitchFamily="34" charset="0"/>
              </a:rPr>
              <a:t>Transporte</a:t>
            </a:r>
          </a:p>
          <a:p>
            <a:pPr algn="just"/>
            <a:r>
              <a:rPr lang="pt-BR" altLang="pt-BR" sz="2000" dirty="0">
                <a:solidFill>
                  <a:schemeClr val="bg1"/>
                </a:solidFill>
                <a:latin typeface="Segoe UI Light" panose="020B0502040204020203" pitchFamily="34" charset="0"/>
                <a:cs typeface="Segoe UI Light" panose="020B0502040204020203" pitchFamily="34" charset="0"/>
              </a:rPr>
              <a:t>Montagem</a:t>
            </a:r>
          </a:p>
          <a:p>
            <a:pPr algn="just"/>
            <a:r>
              <a:rPr lang="pt-BR" altLang="pt-BR" sz="2000" dirty="0">
                <a:solidFill>
                  <a:schemeClr val="bg1"/>
                </a:solidFill>
                <a:latin typeface="Segoe UI Light" panose="020B0502040204020203" pitchFamily="34" charset="0"/>
                <a:cs typeface="Segoe UI Light" panose="020B0502040204020203" pitchFamily="34" charset="0"/>
              </a:rPr>
              <a:t>Instalação</a:t>
            </a:r>
          </a:p>
          <a:p>
            <a:pPr algn="just"/>
            <a:r>
              <a:rPr lang="pt-BR" altLang="pt-BR" sz="2000" dirty="0">
                <a:solidFill>
                  <a:schemeClr val="bg1"/>
                </a:solidFill>
                <a:latin typeface="Segoe UI Light" panose="020B0502040204020203" pitchFamily="34" charset="0"/>
                <a:cs typeface="Segoe UI Light" panose="020B0502040204020203" pitchFamily="34" charset="0"/>
              </a:rPr>
              <a:t>Ajuste</a:t>
            </a:r>
          </a:p>
          <a:p>
            <a:pPr algn="just"/>
            <a:r>
              <a:rPr lang="pt-BR" altLang="pt-BR" sz="2000" dirty="0">
                <a:solidFill>
                  <a:schemeClr val="bg1"/>
                </a:solidFill>
                <a:latin typeface="Segoe UI Light" panose="020B0502040204020203" pitchFamily="34" charset="0"/>
                <a:cs typeface="Segoe UI Light" panose="020B0502040204020203" pitchFamily="34" charset="0"/>
              </a:rPr>
              <a:t>Operação</a:t>
            </a: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endParaRPr lang="pt-BR" altLang="pt-BR" sz="2000" dirty="0">
              <a:solidFill>
                <a:schemeClr val="bg1"/>
              </a:solidFill>
              <a:latin typeface="Segoe UI Light" panose="020B0502040204020203" pitchFamily="34" charset="0"/>
              <a:cs typeface="Segoe UI Light" panose="020B0502040204020203" pitchFamily="34" charset="0"/>
            </a:endParaRPr>
          </a:p>
          <a:p>
            <a:pPr algn="just"/>
            <a:r>
              <a:rPr lang="pt-BR" altLang="pt-BR" sz="2000" dirty="0">
                <a:solidFill>
                  <a:schemeClr val="bg1"/>
                </a:solidFill>
                <a:latin typeface="Segoe UI Light" panose="020B0502040204020203" pitchFamily="34" charset="0"/>
                <a:cs typeface="Segoe UI Light" panose="020B0502040204020203" pitchFamily="34" charset="0"/>
              </a:rPr>
              <a:t>Limpeza</a:t>
            </a:r>
          </a:p>
          <a:p>
            <a:pPr algn="just"/>
            <a:r>
              <a:rPr lang="pt-BR" altLang="pt-BR" sz="2000" dirty="0">
                <a:solidFill>
                  <a:schemeClr val="bg1"/>
                </a:solidFill>
                <a:latin typeface="Segoe UI Light" panose="020B0502040204020203" pitchFamily="34" charset="0"/>
                <a:cs typeface="Segoe UI Light" panose="020B0502040204020203" pitchFamily="34" charset="0"/>
              </a:rPr>
              <a:t>Manutenção</a:t>
            </a:r>
          </a:p>
          <a:p>
            <a:pPr algn="just"/>
            <a:r>
              <a:rPr lang="pt-BR" altLang="pt-BR" sz="2000" dirty="0">
                <a:solidFill>
                  <a:schemeClr val="bg1"/>
                </a:solidFill>
                <a:latin typeface="Segoe UI Light" panose="020B0502040204020203" pitchFamily="34" charset="0"/>
                <a:cs typeface="Segoe UI Light" panose="020B0502040204020203" pitchFamily="34" charset="0"/>
              </a:rPr>
              <a:t>Inspeção</a:t>
            </a:r>
          </a:p>
          <a:p>
            <a:pPr algn="just"/>
            <a:r>
              <a:rPr lang="pt-BR" altLang="pt-BR" sz="2000" dirty="0">
                <a:solidFill>
                  <a:schemeClr val="bg1"/>
                </a:solidFill>
                <a:latin typeface="Segoe UI Light" panose="020B0502040204020203" pitchFamily="34" charset="0"/>
                <a:cs typeface="Segoe UI Light" panose="020B0502040204020203" pitchFamily="34" charset="0"/>
              </a:rPr>
              <a:t>Desativação</a:t>
            </a:r>
          </a:p>
          <a:p>
            <a:pPr algn="just"/>
            <a:r>
              <a:rPr lang="pt-BR" altLang="pt-BR" sz="2000" dirty="0">
                <a:solidFill>
                  <a:schemeClr val="bg1"/>
                </a:solidFill>
                <a:latin typeface="Segoe UI Light" panose="020B0502040204020203" pitchFamily="34" charset="0"/>
                <a:cs typeface="Segoe UI Light" panose="020B0502040204020203" pitchFamily="34" charset="0"/>
              </a:rPr>
              <a:t>Desmonte</a:t>
            </a:r>
          </a:p>
          <a:p>
            <a:pPr algn="just"/>
            <a:endParaRPr lang="pt-BR" altLang="pt-BR" sz="18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207136" y="4882491"/>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dirty="0">
                <a:solidFill>
                  <a:schemeClr val="bg1"/>
                </a:solidFill>
                <a:latin typeface="Segoe UI Light" panose="020B0502040204020203" pitchFamily="34" charset="0"/>
                <a:cs typeface="Segoe UI Light" panose="020B0502040204020203" pitchFamily="34" charset="0"/>
              </a:rPr>
              <a:t>Além disso cobre a fabricação, importação, comercialização, exposição e cessão.</a:t>
            </a:r>
          </a:p>
          <a:p>
            <a:pPr algn="just"/>
            <a:endParaRPr lang="pt-BR" altLang="pt-BR" sz="18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273677987"/>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1+#ppt_w/2"/>
                                          </p:val>
                                        </p:tav>
                                        <p:tav tm="100000">
                                          <p:val>
                                            <p:strVal val="#ppt_x"/>
                                          </p:val>
                                        </p:tav>
                                      </p:tavLst>
                                    </p:anim>
                                    <p:anim calcmode="lin" valueType="num">
                                      <p:cBhvr additive="base">
                                        <p:cTn id="36" dur="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p:stCondLst>
                                    <p:cond delay="250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1+#ppt_w/2"/>
                                          </p:val>
                                        </p:tav>
                                        <p:tav tm="100000">
                                          <p:val>
                                            <p:strVal val="#ppt_x"/>
                                          </p:val>
                                        </p:tav>
                                      </p:tavLst>
                                    </p:anim>
                                    <p:anim calcmode="lin" valueType="num">
                                      <p:cBhvr additive="base">
                                        <p:cTn id="40"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2"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4854489" y="142640"/>
            <a:ext cx="374093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Princípios Gerais</a:t>
            </a:r>
          </a:p>
        </p:txBody>
      </p:sp>
      <p:sp>
        <p:nvSpPr>
          <p:cNvPr id="15" name="Rectangle 14"/>
          <p:cNvSpPr/>
          <p:nvPr/>
        </p:nvSpPr>
        <p:spPr>
          <a:xfrm>
            <a:off x="4854489" y="96730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1646654" y="1056954"/>
            <a:ext cx="783123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200" b="1" dirty="0">
                <a:latin typeface="Segoe UI Light" panose="020B0502040204020203" pitchFamily="34" charset="0"/>
                <a:cs typeface="Segoe UI Light" panose="020B0502040204020203" pitchFamily="34" charset="0"/>
              </a:rPr>
              <a:t>Aplica-se a TODAS as máquinas e equipamentos exceto :</a:t>
            </a:r>
          </a:p>
          <a:p>
            <a:pPr marL="0" indent="0">
              <a:buNone/>
            </a:pPr>
            <a:endParaRPr lang="pt-BR" altLang="pt-BR" dirty="0">
              <a:latin typeface="Segoe UI Light" panose="020B0502040204020203" pitchFamily="34" charset="0"/>
              <a:cs typeface="Segoe UI Light" panose="020B0502040204020203" pitchFamily="34" charset="0"/>
            </a:endParaRPr>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Text Placeholder 4">
            <a:extLst>
              <a:ext uri="{FF2B5EF4-FFF2-40B4-BE49-F238E27FC236}">
                <a16:creationId xmlns:a16="http://schemas.microsoft.com/office/drawing/2014/main" id="{818C979B-4C97-4D10-98F2-22EB129394D5}"/>
              </a:ext>
            </a:extLst>
          </p:cNvPr>
          <p:cNvSpPr txBox="1">
            <a:spLocks/>
          </p:cNvSpPr>
          <p:nvPr/>
        </p:nvSpPr>
        <p:spPr>
          <a:xfrm>
            <a:off x="1668146" y="1596641"/>
            <a:ext cx="7831231" cy="918045"/>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200" dirty="0">
                <a:latin typeface="Segoe UI Light" panose="020B0502040204020203" pitchFamily="34" charset="0"/>
                <a:cs typeface="Segoe UI Light" panose="020B0502040204020203" pitchFamily="34" charset="0"/>
              </a:rPr>
              <a:t>Destinadas a Exportação</a:t>
            </a:r>
          </a:p>
          <a:p>
            <a:r>
              <a:rPr lang="pt-BR" altLang="pt-BR" sz="2200" dirty="0">
                <a:latin typeface="Segoe UI Light" panose="020B0502040204020203" pitchFamily="34" charset="0"/>
                <a:cs typeface="Segoe UI Light" panose="020B0502040204020203" pitchFamily="34" charset="0"/>
              </a:rPr>
              <a:t>Movidas por força humana ou animal</a:t>
            </a:r>
          </a:p>
          <a:p>
            <a:r>
              <a:rPr lang="pt-BR" altLang="pt-BR" sz="2200" dirty="0">
                <a:latin typeface="Segoe UI Light" panose="020B0502040204020203" pitchFamily="34" charset="0"/>
                <a:cs typeface="Segoe UI Light" panose="020B0502040204020203" pitchFamily="34" charset="0"/>
              </a:rPr>
              <a:t>Expostos em museus, feiras e eventos</a:t>
            </a:r>
          </a:p>
          <a:p>
            <a:r>
              <a:rPr lang="pt-BR" altLang="pt-BR" sz="2200" dirty="0">
                <a:latin typeface="Segoe UI Light" panose="020B0502040204020203" pitchFamily="34" charset="0"/>
                <a:cs typeface="Segoe UI Light" panose="020B0502040204020203" pitchFamily="34" charset="0"/>
              </a:rPr>
              <a:t>Eletrodomésticos</a:t>
            </a:r>
          </a:p>
          <a:p>
            <a:r>
              <a:rPr lang="pt-BR" altLang="pt-BR" sz="2200" dirty="0">
                <a:latin typeface="Segoe UI Light" panose="020B0502040204020203" pitchFamily="34" charset="0"/>
                <a:cs typeface="Segoe UI Light" panose="020B0502040204020203" pitchFamily="34" charset="0"/>
              </a:rPr>
              <a:t>Equipamentos Estáticos</a:t>
            </a:r>
          </a:p>
          <a:p>
            <a:r>
              <a:rPr lang="pt-BR" altLang="pt-BR" sz="2200" dirty="0">
                <a:latin typeface="Segoe UI Light" panose="020B0502040204020203" pitchFamily="34" charset="0"/>
                <a:cs typeface="Segoe UI Light" panose="020B0502040204020203" pitchFamily="34" charset="0"/>
              </a:rPr>
              <a:t>Ferramentas portáteis e </a:t>
            </a:r>
          </a:p>
          <a:p>
            <a:r>
              <a:rPr lang="pt-BR" altLang="pt-BR" sz="2200" dirty="0">
                <a:latin typeface="Segoe UI Light" panose="020B0502040204020203" pitchFamily="34" charset="0"/>
                <a:cs typeface="Segoe UI Light" panose="020B0502040204020203" pitchFamily="34" charset="0"/>
              </a:rPr>
              <a:t>ferramentas transportáveis</a:t>
            </a:r>
          </a:p>
          <a:p>
            <a:r>
              <a:rPr lang="pt-BR" altLang="pt-BR" sz="2200" dirty="0">
                <a:latin typeface="Segoe UI Light" panose="020B0502040204020203" pitchFamily="34" charset="0"/>
                <a:cs typeface="Segoe UI Light" panose="020B0502040204020203" pitchFamily="34" charset="0"/>
              </a:rPr>
              <a:t>Máquinas certificadas pelo INMETRO</a:t>
            </a:r>
          </a:p>
          <a:p>
            <a:pPr marL="0" indent="0">
              <a:buNone/>
            </a:pPr>
            <a:endParaRPr lang="pt-BR" altLang="pt-BR" dirty="0">
              <a:latin typeface="Segoe UI Light" panose="020B0502040204020203" pitchFamily="34" charset="0"/>
              <a:cs typeface="Segoe UI Light" panose="020B0502040204020203" pitchFamily="34" charset="0"/>
            </a:endParaRPr>
          </a:p>
        </p:txBody>
      </p:sp>
      <p:sp>
        <p:nvSpPr>
          <p:cNvPr id="18" name="Text Placeholder 4">
            <a:extLst>
              <a:ext uri="{FF2B5EF4-FFF2-40B4-BE49-F238E27FC236}">
                <a16:creationId xmlns:a16="http://schemas.microsoft.com/office/drawing/2014/main" id="{F788EE12-68D6-4204-9EEF-FC27F86EE455}"/>
              </a:ext>
            </a:extLst>
          </p:cNvPr>
          <p:cNvSpPr txBox="1">
            <a:spLocks/>
          </p:cNvSpPr>
          <p:nvPr/>
        </p:nvSpPr>
        <p:spPr>
          <a:xfrm>
            <a:off x="1646653" y="4375463"/>
            <a:ext cx="783123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000" b="1" dirty="0">
                <a:latin typeface="Segoe UI Light" panose="020B0502040204020203" pitchFamily="34" charset="0"/>
                <a:cs typeface="Segoe UI Light" panose="020B0502040204020203" pitchFamily="34" charset="0"/>
              </a:rPr>
              <a:t>Medidas de Proteção</a:t>
            </a:r>
          </a:p>
          <a:p>
            <a:r>
              <a:rPr lang="pt-BR" altLang="pt-BR" sz="2200" dirty="0">
                <a:latin typeface="Segoe UI Light" panose="020B0502040204020203" pitchFamily="34" charset="0"/>
                <a:cs typeface="Segoe UI Light" panose="020B0502040204020203" pitchFamily="34" charset="0"/>
              </a:rPr>
              <a:t>Coletiva</a:t>
            </a:r>
          </a:p>
          <a:p>
            <a:r>
              <a:rPr lang="pt-BR" altLang="pt-BR" sz="2200" dirty="0">
                <a:latin typeface="Segoe UI Light" panose="020B0502040204020203" pitchFamily="34" charset="0"/>
                <a:cs typeface="Segoe UI Light" panose="020B0502040204020203" pitchFamily="34" charset="0"/>
              </a:rPr>
              <a:t>Medidas Administrativas ou de Organização do trabalho</a:t>
            </a:r>
          </a:p>
          <a:p>
            <a:r>
              <a:rPr lang="pt-BR" altLang="pt-BR" sz="2200" dirty="0">
                <a:latin typeface="Segoe UI Light" panose="020B0502040204020203" pitchFamily="34" charset="0"/>
                <a:cs typeface="Segoe UI Light" panose="020B0502040204020203" pitchFamily="34" charset="0"/>
              </a:rPr>
              <a:t>Medidas de proteção individual</a:t>
            </a:r>
          </a:p>
          <a:p>
            <a:pPr marL="0" indent="0">
              <a:buNone/>
            </a:pPr>
            <a:endParaRPr lang="pt-BR" altLang="pt-BR"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6452498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75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3" grpId="0"/>
      <p:bldP spid="17" grpId="0" animBg="1"/>
      <p:bldP spid="16"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ço Reservado para Imagem 4" descr="Ícone&#10;&#10;Descrição gerada automaticamente">
            <a:extLst>
              <a:ext uri="{FF2B5EF4-FFF2-40B4-BE49-F238E27FC236}">
                <a16:creationId xmlns:a16="http://schemas.microsoft.com/office/drawing/2014/main" id="{A2E3B27D-042A-430C-A78F-5713BDB3BA7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08" r="2708"/>
          <a:stretch>
            <a:fillRect/>
          </a:stretch>
        </p:blipFill>
        <p:spPr>
          <a:xfrm>
            <a:off x="4546452" y="1815009"/>
            <a:ext cx="3289011" cy="3429000"/>
          </a:xfrm>
        </p:spPr>
      </p:pic>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79520" y="976917"/>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Cabe aos trabalhadores</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Princípios </a:t>
            </a:r>
          </a:p>
          <a:p>
            <a:pPr marL="0" indent="0">
              <a:lnSpc>
                <a:spcPct val="114000"/>
              </a:lnSpc>
              <a:buNone/>
              <a:defRPr/>
            </a:pPr>
            <a:r>
              <a:rPr lang="pt-BR" sz="4400" dirty="0">
                <a:solidFill>
                  <a:schemeClr val="bg1"/>
                </a:solidFill>
                <a:latin typeface="Bebas Neue" panose="020B0606020202050201" pitchFamily="34" charset="0"/>
              </a:rPr>
              <a:t>Gerais</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253079" y="1705423"/>
            <a:ext cx="4086434" cy="41656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1800" dirty="0">
                <a:solidFill>
                  <a:schemeClr val="bg1"/>
                </a:solidFill>
                <a:latin typeface="Segoe UI Light" panose="020B0502040204020203" pitchFamily="34" charset="0"/>
                <a:cs typeface="Segoe UI Light" panose="020B0502040204020203" pitchFamily="34" charset="0"/>
              </a:rPr>
              <a:t>Cumprir as orientações de segurança</a:t>
            </a:r>
          </a:p>
          <a:p>
            <a:r>
              <a:rPr lang="pt-BR" altLang="pt-BR" sz="1800" dirty="0">
                <a:solidFill>
                  <a:schemeClr val="bg1"/>
                </a:solidFill>
                <a:latin typeface="Segoe UI Light" panose="020B0502040204020203" pitchFamily="34" charset="0"/>
                <a:cs typeface="Segoe UI Light" panose="020B0502040204020203" pitchFamily="34" charset="0"/>
              </a:rPr>
              <a:t>Não realizar qualquer tipo de alteração nas proteções</a:t>
            </a:r>
          </a:p>
          <a:p>
            <a:r>
              <a:rPr lang="pt-BR" altLang="pt-BR" sz="1800" dirty="0">
                <a:solidFill>
                  <a:schemeClr val="bg1"/>
                </a:solidFill>
                <a:latin typeface="Segoe UI Light" panose="020B0502040204020203" pitchFamily="34" charset="0"/>
                <a:cs typeface="Segoe UI Light" panose="020B0502040204020203" pitchFamily="34" charset="0"/>
              </a:rPr>
              <a:t>Comunicar seu superior imediato se uma proteção ou dispositivo de segurança foi removido, danificado ou se perdeu sua função;</a:t>
            </a:r>
          </a:p>
          <a:p>
            <a:r>
              <a:rPr lang="pt-BR" altLang="pt-BR" sz="1800" dirty="0">
                <a:solidFill>
                  <a:schemeClr val="bg1"/>
                </a:solidFill>
                <a:latin typeface="Segoe UI Light" panose="020B0502040204020203" pitchFamily="34" charset="0"/>
                <a:cs typeface="Segoe UI Light" panose="020B0502040204020203" pitchFamily="34" charset="0"/>
              </a:rPr>
              <a:t>Participar dos treinamentos fornecidos pelo empregador para atender às exigências/requisitos descritos nesta NR;</a:t>
            </a:r>
          </a:p>
          <a:p>
            <a:r>
              <a:rPr lang="pt-BR" altLang="pt-BR" sz="1800" dirty="0">
                <a:solidFill>
                  <a:schemeClr val="bg1"/>
                </a:solidFill>
                <a:latin typeface="Segoe UI Light" panose="020B0502040204020203" pitchFamily="34" charset="0"/>
                <a:cs typeface="Segoe UI Light" panose="020B0502040204020203" pitchFamily="34" charset="0"/>
              </a:rPr>
              <a:t>Colaborar com o empregador na implementação das disposições contidas nesta NR.</a:t>
            </a:r>
          </a:p>
          <a:p>
            <a:pPr algn="just"/>
            <a:endParaRPr lang="pt-BR" altLang="pt-BR" sz="1600" dirty="0">
              <a:solidFill>
                <a:schemeClr val="bg1"/>
              </a:solidFill>
              <a:latin typeface="Segoe UI Light" panose="020B0502040204020203" pitchFamily="34" charset="0"/>
              <a:cs typeface="Segoe UI Light" panose="020B0502040204020203" pitchFamily="34" charset="0"/>
            </a:endParaRP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34114959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1+#ppt_w/2"/>
                                          </p:val>
                                        </p:tav>
                                        <p:tav tm="100000">
                                          <p:val>
                                            <p:strVal val="#ppt_x"/>
                                          </p:val>
                                        </p:tav>
                                      </p:tavLst>
                                    </p:anim>
                                    <p:anim calcmode="lin" valueType="num">
                                      <p:cBhvr additive="base">
                                        <p:cTn id="36"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Arranjos Físicos e Instalação</a:t>
            </a:r>
          </a:p>
        </p:txBody>
      </p:sp>
      <p:sp>
        <p:nvSpPr>
          <p:cNvPr id="11" name="Rectangle 20">
            <a:extLst>
              <a:ext uri="{FF2B5EF4-FFF2-40B4-BE49-F238E27FC236}">
                <a16:creationId xmlns:a16="http://schemas.microsoft.com/office/drawing/2014/main" id="{EEF87BC9-18C0-452C-995C-59500B02B325}"/>
              </a:ext>
            </a:extLst>
          </p:cNvPr>
          <p:cNvSpPr/>
          <p:nvPr/>
        </p:nvSpPr>
        <p:spPr>
          <a:xfrm>
            <a:off x="2823483" y="104577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D5F7A973-9492-4AF8-954F-1B0E77E7B23F}"/>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D570C785-A5A4-4630-BEEF-F0AD5FB2C81F}"/>
              </a:ext>
            </a:extLst>
          </p:cNvPr>
          <p:cNvPicPr>
            <a:picLocks noChangeAspect="1"/>
          </p:cNvPicPr>
          <p:nvPr/>
        </p:nvPicPr>
        <p:blipFill>
          <a:blip r:embed="rId2"/>
          <a:stretch>
            <a:fillRect/>
          </a:stretch>
        </p:blipFill>
        <p:spPr>
          <a:xfrm>
            <a:off x="1429691" y="1609264"/>
            <a:ext cx="9718222" cy="4623993"/>
          </a:xfrm>
          <a:prstGeom prst="rect">
            <a:avLst/>
          </a:prstGeom>
        </p:spPr>
      </p:pic>
    </p:spTree>
    <p:extLst>
      <p:ext uri="{BB962C8B-B14F-4D97-AF65-F5344CB8AC3E}">
        <p14:creationId xmlns:p14="http://schemas.microsoft.com/office/powerpoint/2010/main" val="3162500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Arranjos Físicos e Instalação</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56722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Quando as máquinas e equipamentos forem móveis e possuírem rodízios, pelo menos dois deles devem ser dotados de travas.</a:t>
            </a:r>
          </a:p>
        </p:txBody>
      </p:sp>
      <p:pic>
        <p:nvPicPr>
          <p:cNvPr id="10" name="Picture 4" descr="https://encrypted-tbn3.gstatic.com/images?q=tbn:ANd9GcRJtctViuA4GG2tpqqLL_ywIhWG_UxFMWkOs0JmB8oUyKoCtHuNkQ">
            <a:extLst>
              <a:ext uri="{FF2B5EF4-FFF2-40B4-BE49-F238E27FC236}">
                <a16:creationId xmlns:a16="http://schemas.microsoft.com/office/drawing/2014/main" id="{8BE865C6-3896-4ED0-A15C-19C9A66CEC2B}"/>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282575" y="1816053"/>
            <a:ext cx="4005335" cy="21301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img1.mlstatic.com/andaimes-promoco-na-compra-de-20-pecas-4-travas-de-brinde_MLB-O-3229591077_102012.jpg">
            <a:extLst>
              <a:ext uri="{FF2B5EF4-FFF2-40B4-BE49-F238E27FC236}">
                <a16:creationId xmlns:a16="http://schemas.microsoft.com/office/drawing/2014/main" id="{FC52B758-501A-4D8E-BE6D-0F47F8C76A5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012992" y="3608996"/>
            <a:ext cx="2487930" cy="282078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6">
            <a:extLst>
              <a:ext uri="{FF2B5EF4-FFF2-40B4-BE49-F238E27FC236}">
                <a16:creationId xmlns:a16="http://schemas.microsoft.com/office/drawing/2014/main" id="{4170888A-BD64-4634-8AB6-B1F60F9BAE0D}"/>
              </a:ext>
            </a:extLst>
          </p:cNvPr>
          <p:cNvSpPr/>
          <p:nvPr/>
        </p:nvSpPr>
        <p:spPr>
          <a:xfrm rot="1598722">
            <a:off x="-1706096" y="5681795"/>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3956022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033686" y="-124419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429021" y="86904"/>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Instalações e Dispositivos Elétricos</a:t>
            </a:r>
          </a:p>
        </p:txBody>
      </p:sp>
      <p:sp>
        <p:nvSpPr>
          <p:cNvPr id="21" name="Rectangle 20"/>
          <p:cNvSpPr/>
          <p:nvPr/>
        </p:nvSpPr>
        <p:spPr>
          <a:xfrm>
            <a:off x="486291" y="85642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45705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Circuitos Elétricos possuem :</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dirty="0">
                <a:solidFill>
                  <a:schemeClr val="bg1"/>
                </a:solidFill>
                <a:latin typeface="Segoe UI Light" panose="020B0502040204020203" pitchFamily="34" charset="0"/>
                <a:cs typeface="Segoe UI Light" panose="020B0502040204020203" pitchFamily="34" charset="0"/>
              </a:rPr>
              <a:t>Aterramento</a:t>
            </a:r>
          </a:p>
          <a:p>
            <a:pPr algn="just"/>
            <a:r>
              <a:rPr lang="pt-BR" altLang="pt-BR" sz="2400" dirty="0">
                <a:solidFill>
                  <a:schemeClr val="bg1"/>
                </a:solidFill>
                <a:latin typeface="Segoe UI Light" panose="020B0502040204020203" pitchFamily="34" charset="0"/>
                <a:cs typeface="Segoe UI Light" panose="020B0502040204020203" pitchFamily="34" charset="0"/>
              </a:rPr>
              <a:t>Proteção contra corrosão ou umidade</a:t>
            </a:r>
          </a:p>
          <a:p>
            <a:pPr algn="just"/>
            <a:r>
              <a:rPr lang="pt-BR" altLang="pt-BR" sz="2400" dirty="0">
                <a:solidFill>
                  <a:schemeClr val="bg1"/>
                </a:solidFill>
                <a:latin typeface="Segoe UI Light" panose="020B0502040204020203" pitchFamily="34" charset="0"/>
                <a:cs typeface="Segoe UI Light" panose="020B0502040204020203" pitchFamily="34" charset="0"/>
              </a:rPr>
              <a:t>Condutores localizados adequadamente</a:t>
            </a:r>
          </a:p>
          <a:p>
            <a:pPr algn="just"/>
            <a:r>
              <a:rPr lang="pt-BR" altLang="pt-BR" sz="2400" dirty="0">
                <a:solidFill>
                  <a:schemeClr val="bg1"/>
                </a:solidFill>
                <a:latin typeface="Segoe UI Light" panose="020B0502040204020203" pitchFamily="34" charset="0"/>
                <a:cs typeface="Segoe UI Light" panose="020B0502040204020203" pitchFamily="34" charset="0"/>
              </a:rPr>
              <a:t>Quadro elétrico com porta fechada </a:t>
            </a:r>
          </a:p>
          <a:p>
            <a:pPr algn="just"/>
            <a:r>
              <a:rPr lang="pt-BR" altLang="pt-BR" sz="2400" dirty="0">
                <a:solidFill>
                  <a:schemeClr val="bg1"/>
                </a:solidFill>
                <a:latin typeface="Segoe UI Light" panose="020B0502040204020203" pitchFamily="34" charset="0"/>
                <a:cs typeface="Segoe UI Light" panose="020B0502040204020203" pitchFamily="34" charset="0"/>
              </a:rPr>
              <a:t>Sinalização de risco elétrico</a:t>
            </a:r>
          </a:p>
          <a:p>
            <a:pPr algn="just"/>
            <a:r>
              <a:rPr lang="pt-BR" altLang="pt-BR" sz="2400" dirty="0">
                <a:solidFill>
                  <a:schemeClr val="bg1"/>
                </a:solidFill>
                <a:latin typeface="Segoe UI Light" panose="020B0502040204020203" pitchFamily="34" charset="0"/>
                <a:cs typeface="Segoe UI Light" panose="020B0502040204020203" pitchFamily="34" charset="0"/>
              </a:rPr>
              <a:t>Proteção contra sobrecorrente e sobretensão</a:t>
            </a:r>
          </a:p>
          <a:p>
            <a:pPr algn="just"/>
            <a:r>
              <a:rPr lang="pt-BR" altLang="pt-BR" sz="2400" dirty="0">
                <a:solidFill>
                  <a:schemeClr val="bg1"/>
                </a:solidFill>
                <a:latin typeface="Segoe UI Light" panose="020B0502040204020203" pitchFamily="34" charset="0"/>
                <a:cs typeface="Segoe UI Light" panose="020B0502040204020203" pitchFamily="34" charset="0"/>
              </a:rPr>
              <a:t>Não possuir chave faca ou chave geral como partida</a:t>
            </a:r>
          </a:p>
        </p:txBody>
      </p:sp>
      <p:pic>
        <p:nvPicPr>
          <p:cNvPr id="11" name="Imagem 10">
            <a:extLst>
              <a:ext uri="{FF2B5EF4-FFF2-40B4-BE49-F238E27FC236}">
                <a16:creationId xmlns:a16="http://schemas.microsoft.com/office/drawing/2014/main" id="{45B0A744-649B-417B-AC5C-7866659ECE2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163" y="2065867"/>
            <a:ext cx="3072517" cy="3859512"/>
          </a:xfrm>
          <a:prstGeom prst="rect">
            <a:avLst/>
          </a:prstGeom>
        </p:spPr>
      </p:pic>
      <p:pic>
        <p:nvPicPr>
          <p:cNvPr id="13" name="Imagem 12">
            <a:extLst>
              <a:ext uri="{FF2B5EF4-FFF2-40B4-BE49-F238E27FC236}">
                <a16:creationId xmlns:a16="http://schemas.microsoft.com/office/drawing/2014/main" id="{397AD259-BAA3-42E4-B9D5-9524769C66A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83708" y="2574013"/>
            <a:ext cx="3177395" cy="2614732"/>
          </a:xfrm>
          <a:prstGeom prst="rect">
            <a:avLst/>
          </a:prstGeom>
        </p:spPr>
      </p:pic>
    </p:spTree>
    <p:extLst>
      <p:ext uri="{BB962C8B-B14F-4D97-AF65-F5344CB8AC3E}">
        <p14:creationId xmlns:p14="http://schemas.microsoft.com/office/powerpoint/2010/main" val="10200518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21B3AED9-4B82-42BB-B900-9C4347E5BA2E}"/>
              </a:ext>
            </a:extLst>
          </p:cNvPr>
          <p:cNvPicPr>
            <a:picLocks noChangeAspect="1" noChangeArrowheads="1"/>
          </p:cNvPicPr>
          <p:nvPr/>
        </p:nvPicPr>
        <p:blipFill rotWithShape="1">
          <a:blip r:embed="rId2" cstate="email">
            <a:lum contrast="12000"/>
            <a:extLst>
              <a:ext uri="{28A0092B-C50C-407E-A947-70E740481C1C}">
                <a14:useLocalDpi xmlns:a14="http://schemas.microsoft.com/office/drawing/2010/main"/>
              </a:ext>
            </a:extLst>
          </a:blip>
          <a:srcRect l="1001" t="3188" r="657" b="1912"/>
          <a:stretch/>
        </p:blipFill>
        <p:spPr bwMode="auto">
          <a:xfrm>
            <a:off x="1752601" y="1474838"/>
            <a:ext cx="8717280" cy="482953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Instalações e Dispositivos Elétricos</a:t>
            </a:r>
          </a:p>
        </p:txBody>
      </p:sp>
      <p:sp>
        <p:nvSpPr>
          <p:cNvPr id="11" name="Rectangle 20">
            <a:extLst>
              <a:ext uri="{FF2B5EF4-FFF2-40B4-BE49-F238E27FC236}">
                <a16:creationId xmlns:a16="http://schemas.microsoft.com/office/drawing/2014/main" id="{EEF87BC9-18C0-452C-995C-59500B02B325}"/>
              </a:ext>
            </a:extLst>
          </p:cNvPr>
          <p:cNvSpPr/>
          <p:nvPr/>
        </p:nvSpPr>
        <p:spPr>
          <a:xfrm>
            <a:off x="1967354" y="119344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790108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p:cNvSpPr txBox="1">
            <a:spLocks/>
          </p:cNvSpPr>
          <p:nvPr/>
        </p:nvSpPr>
        <p:spPr>
          <a:xfrm>
            <a:off x="358253" y="2162982"/>
            <a:ext cx="580613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3200" dirty="0">
                <a:solidFill>
                  <a:schemeClr val="tx1">
                    <a:lumMod val="65000"/>
                    <a:lumOff val="35000"/>
                  </a:schemeClr>
                </a:solidFill>
                <a:latin typeface="Bebas Neue" panose="020B0606020202050201" pitchFamily="34" charset="0"/>
              </a:rPr>
              <a:t>Dispositivos de Partida, Acionamento e Parada </a:t>
            </a:r>
            <a:endParaRPr lang="pt-BR" sz="3200" dirty="0">
              <a:solidFill>
                <a:schemeClr val="tx1">
                  <a:lumMod val="65000"/>
                  <a:lumOff val="35000"/>
                </a:schemeClr>
              </a:solidFill>
              <a:latin typeface="Bebas Neue" panose="020B0606020202050201" pitchFamily="34" charset="0"/>
              <a:cs typeface="Calibri"/>
            </a:endParaRPr>
          </a:p>
        </p:txBody>
      </p:sp>
      <p:sp>
        <p:nvSpPr>
          <p:cNvPr id="18" name="Rectangle 17"/>
          <p:cNvSpPr/>
          <p:nvPr/>
        </p:nvSpPr>
        <p:spPr>
          <a:xfrm>
            <a:off x="382081" y="266536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Text Placeholder 4"/>
          <p:cNvSpPr txBox="1">
            <a:spLocks/>
          </p:cNvSpPr>
          <p:nvPr/>
        </p:nvSpPr>
        <p:spPr>
          <a:xfrm>
            <a:off x="382081" y="3421561"/>
            <a:ext cx="7893659"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b="1" dirty="0">
                <a:solidFill>
                  <a:srgbClr val="000000"/>
                </a:solidFill>
                <a:latin typeface="Segoe UI Light" panose="020B0502040204020203" pitchFamily="34" charset="0"/>
                <a:cs typeface="Segoe UI Light" panose="020B0502040204020203" pitchFamily="34" charset="0"/>
              </a:rPr>
              <a:t>Dispositivos devem ser :</a:t>
            </a:r>
          </a:p>
          <a:p>
            <a:pPr algn="just"/>
            <a:r>
              <a:rPr lang="pt-BR" altLang="pt-BR" sz="2000" dirty="0">
                <a:solidFill>
                  <a:srgbClr val="000000"/>
                </a:solidFill>
                <a:latin typeface="Segoe UI Light" panose="020B0502040204020203" pitchFamily="34" charset="0"/>
                <a:cs typeface="Segoe UI Light" panose="020B0502040204020203" pitchFamily="34" charset="0"/>
              </a:rPr>
              <a:t>Bem localizados</a:t>
            </a:r>
          </a:p>
          <a:p>
            <a:pPr algn="just"/>
            <a:r>
              <a:rPr lang="pt-BR" altLang="pt-BR" sz="2000" dirty="0">
                <a:solidFill>
                  <a:srgbClr val="000000"/>
                </a:solidFill>
                <a:latin typeface="Segoe UI Light" panose="020B0502040204020203" pitchFamily="34" charset="0"/>
                <a:cs typeface="Segoe UI Light" panose="020B0502040204020203" pitchFamily="34" charset="0"/>
              </a:rPr>
              <a:t>Não existir acionamento automático ao energizar </a:t>
            </a:r>
          </a:p>
          <a:p>
            <a:pPr algn="just"/>
            <a:r>
              <a:rPr lang="pt-BR" altLang="pt-BR" sz="2000" dirty="0">
                <a:solidFill>
                  <a:srgbClr val="000000"/>
                </a:solidFill>
                <a:latin typeface="Segoe UI Light" panose="020B0502040204020203" pitchFamily="34" charset="0"/>
                <a:cs typeface="Segoe UI Light" panose="020B0502040204020203" pitchFamily="34" charset="0"/>
              </a:rPr>
              <a:t>Comando bimanual com controle de simultaneidade</a:t>
            </a:r>
          </a:p>
          <a:p>
            <a:pPr algn="just"/>
            <a:r>
              <a:rPr lang="pt-BR" altLang="pt-BR" sz="2000" dirty="0">
                <a:solidFill>
                  <a:srgbClr val="000000"/>
                </a:solidFill>
                <a:latin typeface="Segoe UI Light" panose="020B0502040204020203" pitchFamily="34" charset="0"/>
                <a:cs typeface="Segoe UI Light" panose="020B0502040204020203" pitchFamily="34" charset="0"/>
              </a:rPr>
              <a:t>Sinal sonoro ou visual para conjunto de máquinas de grande porte</a:t>
            </a:r>
          </a:p>
          <a:p>
            <a:pPr algn="just"/>
            <a:r>
              <a:rPr lang="pt-BR" altLang="pt-BR" sz="2000" dirty="0">
                <a:solidFill>
                  <a:srgbClr val="000000"/>
                </a:solidFill>
                <a:latin typeface="Segoe UI Light" panose="020B0502040204020203" pitchFamily="34" charset="0"/>
                <a:cs typeface="Segoe UI Light" panose="020B0502040204020203" pitchFamily="34" charset="0"/>
              </a:rPr>
              <a:t>Sistema de comando em até 25VCA ou 60VCC</a:t>
            </a:r>
          </a:p>
          <a:p>
            <a:pPr marL="0" indent="0">
              <a:lnSpc>
                <a:spcPct val="114000"/>
              </a:lnSpc>
              <a:buNone/>
              <a:defRPr/>
            </a:pPr>
            <a:endParaRPr lang="pt-BR" sz="1200" dirty="0">
              <a:solidFill>
                <a:schemeClr val="bg1">
                  <a:lumMod val="65000"/>
                </a:schemeClr>
              </a:solidFill>
              <a:latin typeface="Segoe UI Light" panose="020B0502040204020203" pitchFamily="34" charset="0"/>
              <a:cs typeface="Segoe UI Light" panose="020B0502040204020203" pitchFamily="34" charset="0"/>
            </a:endParaRP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p:pic>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487809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808631"/>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Sistemas de segurança devem trazer proteção contra os perigos das máquinas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706096" y="5681795"/>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1" name="Imagem 10">
            <a:extLst>
              <a:ext uri="{FF2B5EF4-FFF2-40B4-BE49-F238E27FC236}">
                <a16:creationId xmlns:a16="http://schemas.microsoft.com/office/drawing/2014/main" id="{8CAD1C3C-989B-4E2E-97A3-3033B11CC3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7174" y="1509628"/>
            <a:ext cx="3639058" cy="2283439"/>
          </a:xfrm>
          <a:prstGeom prst="rect">
            <a:avLst/>
          </a:prstGeom>
        </p:spPr>
      </p:pic>
      <p:pic>
        <p:nvPicPr>
          <p:cNvPr id="13" name="Imagem 12">
            <a:extLst>
              <a:ext uri="{FF2B5EF4-FFF2-40B4-BE49-F238E27FC236}">
                <a16:creationId xmlns:a16="http://schemas.microsoft.com/office/drawing/2014/main" id="{7C4C999F-E3DE-408F-BB80-DD9554DE69D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84311" y="3508626"/>
            <a:ext cx="2918637" cy="3015209"/>
          </a:xfrm>
          <a:prstGeom prst="rect">
            <a:avLst/>
          </a:prstGeom>
        </p:spPr>
      </p:pic>
    </p:spTree>
    <p:extLst>
      <p:ext uri="{BB962C8B-B14F-4D97-AF65-F5344CB8AC3E}">
        <p14:creationId xmlns:p14="http://schemas.microsoft.com/office/powerpoint/2010/main" val="27462458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283D7837-508C-4F8E-85DB-C0E6CF036598}"/>
              </a:ext>
            </a:extLst>
          </p:cNvPr>
          <p:cNvPicPr>
            <a:picLocks noChangeAspect="1"/>
          </p:cNvPicPr>
          <p:nvPr/>
        </p:nvPicPr>
        <p:blipFill>
          <a:blip r:embed="rId2"/>
          <a:stretch>
            <a:fillRect/>
          </a:stretch>
        </p:blipFill>
        <p:spPr>
          <a:xfrm>
            <a:off x="2224681" y="1864957"/>
            <a:ext cx="7977529" cy="4759702"/>
          </a:xfrm>
          <a:prstGeom prst="rect">
            <a:avLst/>
          </a:prstGeom>
        </p:spPr>
      </p:pic>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910769" y="1263927"/>
            <a:ext cx="260535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Principais Riscos</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0861442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m 12">
            <a:extLst>
              <a:ext uri="{FF2B5EF4-FFF2-40B4-BE49-F238E27FC236}">
                <a16:creationId xmlns:a16="http://schemas.microsoft.com/office/drawing/2014/main" id="{5DD5EC1D-22C6-4C5A-A574-52DC1D97FC3E}"/>
              </a:ext>
            </a:extLst>
          </p:cNvPr>
          <p:cNvPicPr>
            <a:picLocks noChangeAspect="1"/>
          </p:cNvPicPr>
          <p:nvPr/>
        </p:nvPicPr>
        <p:blipFill>
          <a:blip r:embed="rId2"/>
          <a:stretch>
            <a:fillRect/>
          </a:stretch>
        </p:blipFill>
        <p:spPr>
          <a:xfrm>
            <a:off x="1887406" y="1700652"/>
            <a:ext cx="8417187" cy="4654874"/>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910769" y="1263927"/>
            <a:ext cx="260535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Principais Riscos</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562198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3602200" y="11085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B3F3EC30-C67B-44BC-9F24-A23D85838CF3}"/>
              </a:ext>
            </a:extLst>
          </p:cNvPr>
          <p:cNvSpPr/>
          <p:nvPr/>
        </p:nvSpPr>
        <p:spPr>
          <a:xfrm rot="6861768">
            <a:off x="-518109" y="4526444"/>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Chave esquerda 1">
            <a:extLst>
              <a:ext uri="{FF2B5EF4-FFF2-40B4-BE49-F238E27FC236}">
                <a16:creationId xmlns:a16="http://schemas.microsoft.com/office/drawing/2014/main" id="{4D05A322-9C5D-4625-931C-A18C1E49E7E0}"/>
              </a:ext>
            </a:extLst>
          </p:cNvPr>
          <p:cNvSpPr/>
          <p:nvPr/>
        </p:nvSpPr>
        <p:spPr bwMode="auto">
          <a:xfrm>
            <a:off x="2516294" y="1581867"/>
            <a:ext cx="871985" cy="5055284"/>
          </a:xfrm>
          <a:prstGeom prst="leftBrace">
            <a:avLst>
              <a:gd name="adj1" fmla="val 16668"/>
              <a:gd name="adj2" fmla="val 50000"/>
            </a:avLst>
          </a:prstGeom>
          <a:noFill/>
          <a:ln w="38100">
            <a:solidFill>
              <a:srgbClr val="FF0000"/>
            </a:solidFill>
          </a:ln>
          <a:effectLst/>
        </p:spPr>
        <p:txBody>
          <a:bodyPr wrap="square">
            <a:spAutoFit/>
          </a:bodyPr>
          <a:lstStyle/>
          <a:p>
            <a:pPr>
              <a:spcBef>
                <a:spcPct val="50000"/>
              </a:spcBef>
              <a:defRPr/>
            </a:pPr>
            <a:endParaRPr lang="pt-BR" sz="2800" b="1" dirty="0">
              <a:solidFill>
                <a:srgbClr val="C00000"/>
              </a:solidFill>
              <a:effectLst>
                <a:outerShdw blurRad="38100" dist="38100" dir="2700000" algn="tl">
                  <a:srgbClr val="000000">
                    <a:alpha val="43137"/>
                  </a:srgbClr>
                </a:outerShdw>
              </a:effectLst>
              <a:latin typeface="Arial" charset="0"/>
              <a:cs typeface="+mn-cs"/>
            </a:endParaRPr>
          </a:p>
        </p:txBody>
      </p:sp>
      <p:sp>
        <p:nvSpPr>
          <p:cNvPr id="15" name="CaixaDeTexto 14">
            <a:extLst>
              <a:ext uri="{FF2B5EF4-FFF2-40B4-BE49-F238E27FC236}">
                <a16:creationId xmlns:a16="http://schemas.microsoft.com/office/drawing/2014/main" id="{279B1347-C06F-4F2F-97F7-0DFEEEB65FF8}"/>
              </a:ext>
            </a:extLst>
          </p:cNvPr>
          <p:cNvSpPr txBox="1">
            <a:spLocks noChangeArrowheads="1"/>
          </p:cNvSpPr>
          <p:nvPr/>
        </p:nvSpPr>
        <p:spPr bwMode="auto">
          <a:xfrm>
            <a:off x="946721" y="3730929"/>
            <a:ext cx="15695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pt-BR" altLang="pt-BR" sz="2000" b="1" dirty="0">
                <a:solidFill>
                  <a:srgbClr val="000000"/>
                </a:solidFill>
                <a:latin typeface="Segoe UI Light" panose="020B0502040204020203" pitchFamily="34" charset="0"/>
                <a:cs typeface="Segoe UI Light" panose="020B0502040204020203" pitchFamily="34" charset="0"/>
              </a:rPr>
              <a:t>Medidas de Proteção </a:t>
            </a:r>
          </a:p>
        </p:txBody>
      </p:sp>
      <p:sp>
        <p:nvSpPr>
          <p:cNvPr id="16" name="CaixaDeTexto 7">
            <a:extLst>
              <a:ext uri="{FF2B5EF4-FFF2-40B4-BE49-F238E27FC236}">
                <a16:creationId xmlns:a16="http://schemas.microsoft.com/office/drawing/2014/main" id="{7E6DC1F5-05B4-409D-9292-79738CCE457B}"/>
              </a:ext>
            </a:extLst>
          </p:cNvPr>
          <p:cNvSpPr txBox="1">
            <a:spLocks noChangeArrowheads="1"/>
          </p:cNvSpPr>
          <p:nvPr/>
        </p:nvSpPr>
        <p:spPr bwMode="auto">
          <a:xfrm>
            <a:off x="3125895" y="2162422"/>
            <a:ext cx="174397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pt-BR" altLang="pt-BR" sz="2000" b="1" dirty="0">
                <a:solidFill>
                  <a:srgbClr val="000099"/>
                </a:solidFill>
                <a:latin typeface="Segoe UI Light" panose="020B0502040204020203" pitchFamily="34" charset="0"/>
                <a:cs typeface="Segoe UI Light" panose="020B0502040204020203" pitchFamily="34" charset="0"/>
              </a:rPr>
              <a:t>Sistemas de Segurança</a:t>
            </a:r>
          </a:p>
        </p:txBody>
      </p:sp>
      <p:sp>
        <p:nvSpPr>
          <p:cNvPr id="17" name="Chave esquerda 9">
            <a:extLst>
              <a:ext uri="{FF2B5EF4-FFF2-40B4-BE49-F238E27FC236}">
                <a16:creationId xmlns:a16="http://schemas.microsoft.com/office/drawing/2014/main" id="{0A9A4B40-65CA-416B-AF2F-8C4CB54A2187}"/>
              </a:ext>
            </a:extLst>
          </p:cNvPr>
          <p:cNvSpPr/>
          <p:nvPr/>
        </p:nvSpPr>
        <p:spPr bwMode="auto">
          <a:xfrm>
            <a:off x="5107094" y="1530549"/>
            <a:ext cx="435993" cy="2280851"/>
          </a:xfrm>
          <a:prstGeom prst="leftBrace">
            <a:avLst>
              <a:gd name="adj1" fmla="val 35000"/>
              <a:gd name="adj2" fmla="val 50000"/>
            </a:avLst>
          </a:prstGeom>
          <a:noFill/>
          <a:ln w="38100">
            <a:solidFill>
              <a:srgbClr val="FF0000"/>
            </a:solidFill>
          </a:ln>
          <a:effectLst/>
        </p:spPr>
        <p:txBody>
          <a:bodyPr wrap="square">
            <a:spAutoFit/>
          </a:bodyPr>
          <a:lstStyle/>
          <a:p>
            <a:pPr>
              <a:spcBef>
                <a:spcPct val="50000"/>
              </a:spcBef>
              <a:defRPr/>
            </a:pPr>
            <a:endParaRPr lang="pt-BR" sz="2800" b="1" dirty="0">
              <a:solidFill>
                <a:srgbClr val="C00000"/>
              </a:solidFill>
              <a:effectLst>
                <a:outerShdw blurRad="38100" dist="38100" dir="2700000" algn="tl">
                  <a:srgbClr val="000000">
                    <a:alpha val="43137"/>
                  </a:srgbClr>
                </a:outerShdw>
              </a:effectLst>
              <a:latin typeface="Arial" charset="0"/>
              <a:cs typeface="+mn-cs"/>
            </a:endParaRPr>
          </a:p>
        </p:txBody>
      </p:sp>
      <p:sp>
        <p:nvSpPr>
          <p:cNvPr id="18" name="CaixaDeTexto 10">
            <a:extLst>
              <a:ext uri="{FF2B5EF4-FFF2-40B4-BE49-F238E27FC236}">
                <a16:creationId xmlns:a16="http://schemas.microsoft.com/office/drawing/2014/main" id="{DB71CAA0-AE2C-41D5-B9B8-426552103AE0}"/>
              </a:ext>
            </a:extLst>
          </p:cNvPr>
          <p:cNvSpPr txBox="1">
            <a:spLocks noChangeArrowheads="1"/>
          </p:cNvSpPr>
          <p:nvPr/>
        </p:nvSpPr>
        <p:spPr bwMode="auto">
          <a:xfrm>
            <a:off x="5564295" y="1745227"/>
            <a:ext cx="174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pt-BR" altLang="pt-BR" sz="2000" b="1" dirty="0">
                <a:solidFill>
                  <a:srgbClr val="000099"/>
                </a:solidFill>
                <a:latin typeface="Segoe UI Light" panose="020B0502040204020203" pitchFamily="34" charset="0"/>
                <a:cs typeface="Segoe UI Light" panose="020B0502040204020203" pitchFamily="34" charset="0"/>
              </a:rPr>
              <a:t>Proteções</a:t>
            </a:r>
          </a:p>
        </p:txBody>
      </p:sp>
      <p:sp>
        <p:nvSpPr>
          <p:cNvPr id="19" name="CaixaDeTexto 11">
            <a:extLst>
              <a:ext uri="{FF2B5EF4-FFF2-40B4-BE49-F238E27FC236}">
                <a16:creationId xmlns:a16="http://schemas.microsoft.com/office/drawing/2014/main" id="{F8742DDC-E193-4C24-A3E4-B40FCE80133C}"/>
              </a:ext>
            </a:extLst>
          </p:cNvPr>
          <p:cNvSpPr txBox="1">
            <a:spLocks noChangeArrowheads="1"/>
          </p:cNvSpPr>
          <p:nvPr/>
        </p:nvSpPr>
        <p:spPr bwMode="auto">
          <a:xfrm>
            <a:off x="5227309" y="3100782"/>
            <a:ext cx="41619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pt-BR" altLang="pt-BR" sz="2000" b="1" dirty="0">
                <a:solidFill>
                  <a:srgbClr val="000099"/>
                </a:solidFill>
                <a:latin typeface="Segoe UI Light" panose="020B0502040204020203" pitchFamily="34" charset="0"/>
                <a:cs typeface="Segoe UI Light" panose="020B0502040204020203" pitchFamily="34" charset="0"/>
              </a:rPr>
              <a:t>Dispositivos de segurança</a:t>
            </a:r>
          </a:p>
        </p:txBody>
      </p:sp>
      <p:sp>
        <p:nvSpPr>
          <p:cNvPr id="20" name="Chave esquerda 12">
            <a:extLst>
              <a:ext uri="{FF2B5EF4-FFF2-40B4-BE49-F238E27FC236}">
                <a16:creationId xmlns:a16="http://schemas.microsoft.com/office/drawing/2014/main" id="{71EDA386-E3E9-401C-9BC1-B87D436687DB}"/>
              </a:ext>
            </a:extLst>
          </p:cNvPr>
          <p:cNvSpPr/>
          <p:nvPr/>
        </p:nvSpPr>
        <p:spPr bwMode="auto">
          <a:xfrm>
            <a:off x="7428020" y="1337049"/>
            <a:ext cx="570424" cy="1337701"/>
          </a:xfrm>
          <a:prstGeom prst="leftBrace">
            <a:avLst>
              <a:gd name="adj1" fmla="val 35000"/>
              <a:gd name="adj2" fmla="val 50000"/>
            </a:avLst>
          </a:prstGeom>
          <a:noFill/>
          <a:ln w="38100">
            <a:solidFill>
              <a:srgbClr val="FF0000"/>
            </a:solidFill>
          </a:ln>
          <a:effectLst/>
        </p:spPr>
        <p:txBody>
          <a:bodyPr wrap="square">
            <a:spAutoFit/>
          </a:bodyPr>
          <a:lstStyle/>
          <a:p>
            <a:pPr>
              <a:spcBef>
                <a:spcPct val="50000"/>
              </a:spcBef>
              <a:defRPr/>
            </a:pPr>
            <a:endParaRPr lang="pt-BR" sz="2800" b="1" dirty="0">
              <a:solidFill>
                <a:srgbClr val="C00000"/>
              </a:solidFill>
              <a:effectLst>
                <a:outerShdw blurRad="38100" dist="38100" dir="2700000" algn="tl">
                  <a:srgbClr val="000000">
                    <a:alpha val="43137"/>
                  </a:srgbClr>
                </a:outerShdw>
              </a:effectLst>
              <a:latin typeface="Arial" charset="0"/>
              <a:cs typeface="+mn-cs"/>
            </a:endParaRPr>
          </a:p>
        </p:txBody>
      </p:sp>
      <p:sp>
        <p:nvSpPr>
          <p:cNvPr id="21" name="CaixaDeTexto 13">
            <a:extLst>
              <a:ext uri="{FF2B5EF4-FFF2-40B4-BE49-F238E27FC236}">
                <a16:creationId xmlns:a16="http://schemas.microsoft.com/office/drawing/2014/main" id="{D999ADA0-B661-412B-A67A-F631A3B4D024}"/>
              </a:ext>
            </a:extLst>
          </p:cNvPr>
          <p:cNvSpPr txBox="1">
            <a:spLocks noChangeArrowheads="1"/>
          </p:cNvSpPr>
          <p:nvPr/>
        </p:nvSpPr>
        <p:spPr bwMode="auto">
          <a:xfrm>
            <a:off x="7829658" y="1364227"/>
            <a:ext cx="17439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2000" b="1" dirty="0">
                <a:solidFill>
                  <a:srgbClr val="000099"/>
                </a:solidFill>
                <a:latin typeface="Segoe UI Light" panose="020B0502040204020203" pitchFamily="34" charset="0"/>
                <a:cs typeface="Segoe UI Light" panose="020B0502040204020203" pitchFamily="34" charset="0"/>
              </a:rPr>
              <a:t>Fixas</a:t>
            </a:r>
          </a:p>
        </p:txBody>
      </p:sp>
      <p:sp>
        <p:nvSpPr>
          <p:cNvPr id="22" name="CaixaDeTexto 14">
            <a:extLst>
              <a:ext uri="{FF2B5EF4-FFF2-40B4-BE49-F238E27FC236}">
                <a16:creationId xmlns:a16="http://schemas.microsoft.com/office/drawing/2014/main" id="{AD571A06-6D2F-4B08-A001-CC7E8FB53AA9}"/>
              </a:ext>
            </a:extLst>
          </p:cNvPr>
          <p:cNvSpPr txBox="1">
            <a:spLocks noChangeArrowheads="1"/>
          </p:cNvSpPr>
          <p:nvPr/>
        </p:nvSpPr>
        <p:spPr bwMode="auto">
          <a:xfrm>
            <a:off x="7829657" y="2202427"/>
            <a:ext cx="19982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pt-BR" altLang="pt-BR" sz="2000" b="1" dirty="0">
                <a:solidFill>
                  <a:srgbClr val="000099"/>
                </a:solidFill>
                <a:latin typeface="Segoe UI Light" panose="020B0502040204020203" pitchFamily="34" charset="0"/>
                <a:cs typeface="Segoe UI Light" panose="020B0502040204020203" pitchFamily="34" charset="0"/>
              </a:rPr>
              <a:t>Móveis</a:t>
            </a:r>
          </a:p>
        </p:txBody>
      </p:sp>
      <p:sp>
        <p:nvSpPr>
          <p:cNvPr id="23" name="CaixaDeTexto 15">
            <a:extLst>
              <a:ext uri="{FF2B5EF4-FFF2-40B4-BE49-F238E27FC236}">
                <a16:creationId xmlns:a16="http://schemas.microsoft.com/office/drawing/2014/main" id="{EC63EC85-EE23-4B56-8094-EB1CB0E0B6F9}"/>
              </a:ext>
            </a:extLst>
          </p:cNvPr>
          <p:cNvSpPr txBox="1">
            <a:spLocks noChangeArrowheads="1"/>
          </p:cNvSpPr>
          <p:nvPr/>
        </p:nvSpPr>
        <p:spPr bwMode="auto">
          <a:xfrm>
            <a:off x="3202094" y="4640827"/>
            <a:ext cx="84582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pt-BR" altLang="pt-BR" sz="2000" b="1" dirty="0">
                <a:solidFill>
                  <a:srgbClr val="000000"/>
                </a:solidFill>
                <a:latin typeface="Segoe UI Light" panose="020B0502040204020203" pitchFamily="34" charset="0"/>
                <a:cs typeface="Segoe UI Light" panose="020B0502040204020203" pitchFamily="34" charset="0"/>
              </a:rPr>
              <a:t>Medidas administrativas ou de organização do trabalho</a:t>
            </a:r>
          </a:p>
        </p:txBody>
      </p:sp>
      <p:sp>
        <p:nvSpPr>
          <p:cNvPr id="24" name="CaixaDeTexto 16">
            <a:extLst>
              <a:ext uri="{FF2B5EF4-FFF2-40B4-BE49-F238E27FC236}">
                <a16:creationId xmlns:a16="http://schemas.microsoft.com/office/drawing/2014/main" id="{8DFDB4FE-FE73-487F-9945-3E6DFBBC0674}"/>
              </a:ext>
            </a:extLst>
          </p:cNvPr>
          <p:cNvSpPr txBox="1">
            <a:spLocks noChangeArrowheads="1"/>
          </p:cNvSpPr>
          <p:nvPr/>
        </p:nvSpPr>
        <p:spPr bwMode="auto">
          <a:xfrm>
            <a:off x="3202095" y="5936227"/>
            <a:ext cx="47868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pt-BR" altLang="pt-BR" sz="2000" b="1" dirty="0">
                <a:solidFill>
                  <a:srgbClr val="000000"/>
                </a:solidFill>
                <a:latin typeface="Segoe UI Light" panose="020B0502040204020203" pitchFamily="34" charset="0"/>
                <a:cs typeface="Segoe UI Light" panose="020B0502040204020203" pitchFamily="34" charset="0"/>
              </a:rPr>
              <a:t>Medidas</a:t>
            </a:r>
            <a:r>
              <a:rPr lang="pt-BR" altLang="pt-BR" sz="2000" b="1" dirty="0">
                <a:latin typeface="Comic Sans MS" panose="030F0902030302020204" pitchFamily="66" charset="0"/>
              </a:rPr>
              <a:t> </a:t>
            </a:r>
            <a:r>
              <a:rPr lang="pt-BR" altLang="pt-BR" sz="2000" b="1" dirty="0">
                <a:solidFill>
                  <a:srgbClr val="000000"/>
                </a:solidFill>
                <a:latin typeface="Segoe UI Light" panose="020B0502040204020203" pitchFamily="34" charset="0"/>
                <a:cs typeface="Segoe UI Light" panose="020B0502040204020203" pitchFamily="34" charset="0"/>
              </a:rPr>
              <a:t>de proteção individual</a:t>
            </a:r>
          </a:p>
        </p:txBody>
      </p:sp>
    </p:spTree>
    <p:extLst>
      <p:ext uri="{BB962C8B-B14F-4D97-AF65-F5344CB8AC3E}">
        <p14:creationId xmlns:p14="http://schemas.microsoft.com/office/powerpoint/2010/main" val="23102162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750" fill="hold"/>
                                        <p:tgtEl>
                                          <p:spTgt spid="12"/>
                                        </p:tgtEl>
                                        <p:attrNameLst>
                                          <p:attrName>ppt_x</p:attrName>
                                        </p:attrNameLst>
                                      </p:cBhvr>
                                      <p:tavLst>
                                        <p:tav tm="0">
                                          <p:val>
                                            <p:strVal val="#ppt_x"/>
                                          </p:val>
                                        </p:tav>
                                        <p:tav tm="100000">
                                          <p:val>
                                            <p:strVal val="#ppt_x"/>
                                          </p:val>
                                        </p:tav>
                                      </p:tavLst>
                                    </p:anim>
                                    <p:anim calcmode="lin" valueType="num">
                                      <p:cBhvr additive="base">
                                        <p:cTn id="16" dur="7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EE06F2B6-2871-4085-A6D7-4B277C5E8796}"/>
              </a:ext>
            </a:extLst>
          </p:cNvPr>
          <p:cNvPicPr/>
          <p:nvPr/>
        </p:nvPicPr>
        <p:blipFill>
          <a:blip r:embed="rId2"/>
          <a:stretch>
            <a:fillRect/>
          </a:stretch>
        </p:blipFill>
        <p:spPr>
          <a:xfrm>
            <a:off x="1954306" y="1904792"/>
            <a:ext cx="8283383" cy="4724175"/>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3090383" y="1263928"/>
            <a:ext cx="601123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Hierarquia dos sistemas de segurança</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40877225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ço Reservado para Imagem 6" descr="Texto&#10;&#10;Descrição gerada automaticamente">
            <a:extLst>
              <a:ext uri="{FF2B5EF4-FFF2-40B4-BE49-F238E27FC236}">
                <a16:creationId xmlns:a16="http://schemas.microsoft.com/office/drawing/2014/main" id="{8FD84078-CA77-4DE1-A038-F55AAFFDEF2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55582" t="26332" r="1398" b="3403"/>
          <a:stretch/>
        </p:blipFill>
        <p:spPr>
          <a:xfrm>
            <a:off x="4563679" y="2270462"/>
            <a:ext cx="3397209" cy="2358225"/>
          </a:xfrm>
        </p:spPr>
      </p:pic>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34508" y="1785745"/>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Proteção fixa:</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Sistema de segurança</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102186" y="2467423"/>
            <a:ext cx="4086434"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000" dirty="0">
                <a:solidFill>
                  <a:schemeClr val="bg1"/>
                </a:solidFill>
                <a:latin typeface="Segoe UI Light" panose="020B0502040204020203" pitchFamily="34" charset="0"/>
                <a:cs typeface="Segoe UI Light" panose="020B0502040204020203" pitchFamily="34" charset="0"/>
              </a:rPr>
              <a:t>Proteção mantida em sua posição (isto é fechada), permanentemente (por solda, etc.) ou por meio de fixadores (parafusos, porcas, etc.)tornando sua remoção ou abertura impossível, sem o uso de ferramentas.</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9108787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250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1+#ppt_w/2"/>
                                          </p:val>
                                        </p:tav>
                                        <p:tav tm="100000">
                                          <p:val>
                                            <p:strVal val="#ppt_x"/>
                                          </p:val>
                                        </p:tav>
                                      </p:tavLst>
                                    </p:anim>
                                    <p:anim calcmode="lin" valueType="num">
                                      <p:cBhvr additive="base">
                                        <p:cTn id="36"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2181658" y="1289426"/>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Proteção móvel ( acesso a zona de perigo 1 ou + vezes turno) </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3554827" y="110415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aphicFrame>
        <p:nvGraphicFramePr>
          <p:cNvPr id="12" name="Object 241">
            <a:extLst>
              <a:ext uri="{FF2B5EF4-FFF2-40B4-BE49-F238E27FC236}">
                <a16:creationId xmlns:a16="http://schemas.microsoft.com/office/drawing/2014/main" id="{F184AF99-FCF4-4E6B-9178-6CFBC5A62952}"/>
              </a:ext>
            </a:extLst>
          </p:cNvPr>
          <p:cNvGraphicFramePr>
            <a:graphicFrameLocks noChangeAspect="1"/>
          </p:cNvGraphicFramePr>
          <p:nvPr>
            <p:extLst>
              <p:ext uri="{D42A27DB-BD31-4B8C-83A1-F6EECF244321}">
                <p14:modId xmlns:p14="http://schemas.microsoft.com/office/powerpoint/2010/main" val="3807203488"/>
              </p:ext>
            </p:extLst>
          </p:nvPr>
        </p:nvGraphicFramePr>
        <p:xfrm>
          <a:off x="2181658" y="2218961"/>
          <a:ext cx="3657600" cy="3824288"/>
        </p:xfrm>
        <a:graphic>
          <a:graphicData uri="http://schemas.openxmlformats.org/presentationml/2006/ole">
            <mc:AlternateContent xmlns:mc="http://schemas.openxmlformats.org/markup-compatibility/2006">
              <mc:Choice xmlns:v="urn:schemas-microsoft-com:vml" Requires="v">
                <p:oleObj name="Foto do Photo Editor" r:id="rId2" imgW="13004800" imgH="9753600" progId="">
                  <p:embed/>
                </p:oleObj>
              </mc:Choice>
              <mc:Fallback>
                <p:oleObj name="Foto do Photo Editor" r:id="rId2" imgW="13004800" imgH="9753600" progId="">
                  <p:embed/>
                  <p:pic>
                    <p:nvPicPr>
                      <p:cNvPr id="12" name="Object 241">
                        <a:extLst>
                          <a:ext uri="{FF2B5EF4-FFF2-40B4-BE49-F238E27FC236}">
                            <a16:creationId xmlns:a16="http://schemas.microsoft.com/office/drawing/2014/main" id="{F184AF99-FCF4-4E6B-9178-6CFBC5A62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252" r="17023"/>
                      <a:stretch>
                        <a:fillRect/>
                      </a:stretch>
                    </p:blipFill>
                    <p:spPr bwMode="auto">
                      <a:xfrm>
                        <a:off x="2181658" y="2218961"/>
                        <a:ext cx="3657600" cy="3824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Group 3">
            <a:extLst>
              <a:ext uri="{FF2B5EF4-FFF2-40B4-BE49-F238E27FC236}">
                <a16:creationId xmlns:a16="http://schemas.microsoft.com/office/drawing/2014/main" id="{78F7B018-0C23-45A9-B13C-E3DE304EE880}"/>
              </a:ext>
            </a:extLst>
          </p:cNvPr>
          <p:cNvGrpSpPr>
            <a:grpSpLocks/>
          </p:cNvGrpSpPr>
          <p:nvPr/>
        </p:nvGrpSpPr>
        <p:grpSpPr bwMode="auto">
          <a:xfrm>
            <a:off x="5066145" y="2226899"/>
            <a:ext cx="5468938" cy="3821112"/>
            <a:chOff x="2341" y="1200"/>
            <a:chExt cx="3184" cy="1696"/>
          </a:xfrm>
        </p:grpSpPr>
        <p:graphicFrame>
          <p:nvGraphicFramePr>
            <p:cNvPr id="14" name="Object 242">
              <a:extLst>
                <a:ext uri="{FF2B5EF4-FFF2-40B4-BE49-F238E27FC236}">
                  <a16:creationId xmlns:a16="http://schemas.microsoft.com/office/drawing/2014/main" id="{33ACACC2-4ACB-408C-8DB3-E678FB39BCA9}"/>
                </a:ext>
              </a:extLst>
            </p:cNvPr>
            <p:cNvGraphicFramePr>
              <a:graphicFrameLocks noChangeAspect="1"/>
            </p:cNvGraphicFramePr>
            <p:nvPr>
              <p:extLst>
                <p:ext uri="{D42A27DB-BD31-4B8C-83A1-F6EECF244321}">
                  <p14:modId xmlns:p14="http://schemas.microsoft.com/office/powerpoint/2010/main" val="2148870655"/>
                </p:ext>
              </p:extLst>
            </p:nvPr>
          </p:nvGraphicFramePr>
          <p:xfrm>
            <a:off x="3264" y="1200"/>
            <a:ext cx="2261" cy="1696"/>
          </p:xfrm>
          <a:graphic>
            <a:graphicData uri="http://schemas.openxmlformats.org/presentationml/2006/ole">
              <mc:AlternateContent xmlns:mc="http://schemas.openxmlformats.org/markup-compatibility/2006">
                <mc:Choice xmlns:v="urn:schemas-microsoft-com:vml" Requires="v">
                  <p:oleObj name="Foto do Photo Editor" r:id="rId4" imgW="13004800" imgH="9753600" progId="">
                    <p:embed/>
                  </p:oleObj>
                </mc:Choice>
                <mc:Fallback>
                  <p:oleObj name="Foto do Photo Editor" r:id="rId4" imgW="13004800" imgH="9753600" progId="">
                    <p:embed/>
                    <p:pic>
                      <p:nvPicPr>
                        <p:cNvPr id="14" name="Object 242">
                          <a:extLst>
                            <a:ext uri="{FF2B5EF4-FFF2-40B4-BE49-F238E27FC236}">
                              <a16:creationId xmlns:a16="http://schemas.microsoft.com/office/drawing/2014/main" id="{33ACACC2-4ACB-408C-8DB3-E678FB39BC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4" y="1200"/>
                          <a:ext cx="2261" cy="1696"/>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Line 5">
              <a:extLst>
                <a:ext uri="{FF2B5EF4-FFF2-40B4-BE49-F238E27FC236}">
                  <a16:creationId xmlns:a16="http://schemas.microsoft.com/office/drawing/2014/main" id="{0F75CCFD-BCD1-4681-848D-B50DB0985C9F}"/>
                </a:ext>
              </a:extLst>
            </p:cNvPr>
            <p:cNvSpPr>
              <a:spLocks noChangeShapeType="1"/>
            </p:cNvSpPr>
            <p:nvPr/>
          </p:nvSpPr>
          <p:spPr bwMode="auto">
            <a:xfrm flipV="1">
              <a:off x="2341" y="1297"/>
              <a:ext cx="966" cy="7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sp>
          <p:nvSpPr>
            <p:cNvPr id="16" name="Line 6">
              <a:extLst>
                <a:ext uri="{FF2B5EF4-FFF2-40B4-BE49-F238E27FC236}">
                  <a16:creationId xmlns:a16="http://schemas.microsoft.com/office/drawing/2014/main" id="{645282FA-EE9F-428F-93C0-6C101F493A8D}"/>
                </a:ext>
              </a:extLst>
            </p:cNvPr>
            <p:cNvSpPr>
              <a:spLocks noChangeShapeType="1"/>
            </p:cNvSpPr>
            <p:nvPr/>
          </p:nvSpPr>
          <p:spPr bwMode="auto">
            <a:xfrm>
              <a:off x="2341" y="2112"/>
              <a:ext cx="925" cy="7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pt-BR"/>
            </a:p>
          </p:txBody>
        </p:sp>
      </p:grpSp>
    </p:spTree>
    <p:extLst>
      <p:ext uri="{BB962C8B-B14F-4D97-AF65-F5344CB8AC3E}">
        <p14:creationId xmlns:p14="http://schemas.microsoft.com/office/powerpoint/2010/main" val="20630717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m 12">
            <a:extLst>
              <a:ext uri="{FF2B5EF4-FFF2-40B4-BE49-F238E27FC236}">
                <a16:creationId xmlns:a16="http://schemas.microsoft.com/office/drawing/2014/main" id="{F81AB4B4-0D7D-49E3-B426-6C20280C89A8}"/>
              </a:ext>
            </a:extLst>
          </p:cNvPr>
          <p:cNvPicPr>
            <a:picLocks noChangeAspect="1"/>
          </p:cNvPicPr>
          <p:nvPr/>
        </p:nvPicPr>
        <p:blipFill>
          <a:blip r:embed="rId2"/>
          <a:stretch>
            <a:fillRect/>
          </a:stretch>
        </p:blipFill>
        <p:spPr>
          <a:xfrm>
            <a:off x="2150471" y="1637490"/>
            <a:ext cx="7891054" cy="474343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3090383" y="1263928"/>
            <a:ext cx="6189084"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Exemplos de dispositivos de segurança</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3602200" y="107762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7338636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Distâncias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210323" y="113721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ext Placeholder 4">
            <a:extLst>
              <a:ext uri="{FF2B5EF4-FFF2-40B4-BE49-F238E27FC236}">
                <a16:creationId xmlns:a16="http://schemas.microsoft.com/office/drawing/2014/main" id="{48C0F415-6169-47DA-A888-E8719C65A720}"/>
              </a:ext>
            </a:extLst>
          </p:cNvPr>
          <p:cNvSpPr txBox="1">
            <a:spLocks/>
          </p:cNvSpPr>
          <p:nvPr/>
        </p:nvSpPr>
        <p:spPr>
          <a:xfrm>
            <a:off x="720010" y="1282944"/>
            <a:ext cx="1092591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Sistemas de segurança devem ser calculados conforme orientações da NR e demais normas técnicas</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pic>
        <p:nvPicPr>
          <p:cNvPr id="10" name="Imagem 9">
            <a:extLst>
              <a:ext uri="{FF2B5EF4-FFF2-40B4-BE49-F238E27FC236}">
                <a16:creationId xmlns:a16="http://schemas.microsoft.com/office/drawing/2014/main" id="{EBBA9EF8-54FD-456C-9B91-469E6160D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24645" y="2092622"/>
            <a:ext cx="5342709" cy="2102049"/>
          </a:xfrm>
          <a:prstGeom prst="rect">
            <a:avLst/>
          </a:prstGeom>
        </p:spPr>
      </p:pic>
      <p:pic>
        <p:nvPicPr>
          <p:cNvPr id="15" name="Imagem 14">
            <a:extLst>
              <a:ext uri="{FF2B5EF4-FFF2-40B4-BE49-F238E27FC236}">
                <a16:creationId xmlns:a16="http://schemas.microsoft.com/office/drawing/2014/main" id="{F5B1C3A4-A96F-412C-B514-00329DBBC600}"/>
              </a:ext>
            </a:extLst>
          </p:cNvPr>
          <p:cNvPicPr>
            <a:picLocks noChangeAspect="1"/>
          </p:cNvPicPr>
          <p:nvPr/>
        </p:nvPicPr>
        <p:blipFill>
          <a:blip r:embed="rId3"/>
          <a:stretch>
            <a:fillRect/>
          </a:stretch>
        </p:blipFill>
        <p:spPr>
          <a:xfrm>
            <a:off x="2990850" y="4302291"/>
            <a:ext cx="6210300" cy="2146300"/>
          </a:xfrm>
          <a:prstGeom prst="rect">
            <a:avLst/>
          </a:prstGeom>
        </p:spPr>
      </p:pic>
    </p:spTree>
    <p:extLst>
      <p:ext uri="{BB962C8B-B14F-4D97-AF65-F5344CB8AC3E}">
        <p14:creationId xmlns:p14="http://schemas.microsoft.com/office/powerpoint/2010/main" val="23962964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27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288110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Dispositivos de intertravamento – eletromecânico e magnético</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706096" y="5681795"/>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C26E7107-9511-4788-BE6D-C9399923880A}"/>
              </a:ext>
            </a:extLst>
          </p:cNvPr>
          <p:cNvPicPr>
            <a:picLocks noChangeAspect="1"/>
          </p:cNvPicPr>
          <p:nvPr/>
        </p:nvPicPr>
        <p:blipFill>
          <a:blip r:embed="rId2"/>
          <a:stretch>
            <a:fillRect/>
          </a:stretch>
        </p:blipFill>
        <p:spPr>
          <a:xfrm>
            <a:off x="1234460" y="1559109"/>
            <a:ext cx="5099701" cy="3739781"/>
          </a:xfrm>
          <a:prstGeom prst="rect">
            <a:avLst/>
          </a:prstGeom>
        </p:spPr>
      </p:pic>
    </p:spTree>
    <p:extLst>
      <p:ext uri="{BB962C8B-B14F-4D97-AF65-F5344CB8AC3E}">
        <p14:creationId xmlns:p14="http://schemas.microsoft.com/office/powerpoint/2010/main" val="14662466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6" descr="compact">
            <a:extLst>
              <a:ext uri="{FF2B5EF4-FFF2-40B4-BE49-F238E27FC236}">
                <a16:creationId xmlns:a16="http://schemas.microsoft.com/office/drawing/2014/main" id="{0ECD6A5C-FC3A-4FCA-AD1E-CC435F91EED5}"/>
              </a:ext>
            </a:extLst>
          </p:cNvPr>
          <p:cNvPicPr>
            <a:picLocks noChangeAspect="1" noChangeArrowheads="1"/>
          </p:cNvPicPr>
          <p:nvPr/>
        </p:nvPicPr>
        <p:blipFill>
          <a:blip r:embed="rId2" cstate="email">
            <a:lum contrast="18000"/>
            <a:extLst>
              <a:ext uri="{28A0092B-C50C-407E-A947-70E740481C1C}">
                <a14:useLocalDpi xmlns:a14="http://schemas.microsoft.com/office/drawing/2010/main"/>
              </a:ext>
            </a:extLst>
          </a:blip>
          <a:srcRect/>
          <a:stretch>
            <a:fillRect/>
          </a:stretch>
        </p:blipFill>
        <p:spPr bwMode="auto">
          <a:xfrm>
            <a:off x="1149224" y="1495856"/>
            <a:ext cx="4988650" cy="433413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419186"/>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b="1" dirty="0">
                <a:solidFill>
                  <a:schemeClr val="bg1"/>
                </a:solidFill>
                <a:latin typeface="Segoe UI Light" panose="020B0502040204020203" pitchFamily="34" charset="0"/>
                <a:cs typeface="Segoe UI Light" panose="020B0502040204020203" pitchFamily="34" charset="0"/>
              </a:rPr>
              <a:t>CORTINA DE LUZ DE SEGURANÇA: </a:t>
            </a:r>
          </a:p>
          <a:p>
            <a:pPr marL="0" indent="0" algn="just">
              <a:buNone/>
            </a:pPr>
            <a:r>
              <a:rPr lang="pt-BR" altLang="pt-BR" sz="2400" dirty="0">
                <a:solidFill>
                  <a:schemeClr val="bg1"/>
                </a:solidFill>
                <a:latin typeface="Segoe UI Light" panose="020B0502040204020203" pitchFamily="34" charset="0"/>
                <a:cs typeface="Segoe UI Light" panose="020B0502040204020203" pitchFamily="34" charset="0"/>
              </a:rPr>
              <a:t>Dispositivo que produz uma cortina de luz infravermelha que supervisiona a área útil compreendida entre as unidades de transmissão e recepção. Se essa área for invadida, uma saída de sinal em canal duplo comandará a parada da operação da máquina.  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025542" y="-144458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769343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146465" y="288110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altLang="pt-BR" sz="2400" dirty="0">
                <a:solidFill>
                  <a:schemeClr val="bg1"/>
                </a:solidFill>
                <a:latin typeface="Segoe UI Light" panose="020B0502040204020203" pitchFamily="34" charset="0"/>
                <a:cs typeface="Segoe UI Light" panose="020B0502040204020203" pitchFamily="34" charset="0"/>
              </a:rPr>
              <a:t>DETECTORES DE PRESENÇA OPTOELETRONICOS. 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962684" y="596439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Picture 7" descr="p2009430162653">
            <a:extLst>
              <a:ext uri="{FF2B5EF4-FFF2-40B4-BE49-F238E27FC236}">
                <a16:creationId xmlns:a16="http://schemas.microsoft.com/office/drawing/2014/main" id="{2EB0BF58-F747-46D4-81DC-BE8B444EDDA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372333" y="1618948"/>
            <a:ext cx="4553330" cy="364216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9687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m 12">
            <a:extLst>
              <a:ext uri="{FF2B5EF4-FFF2-40B4-BE49-F238E27FC236}">
                <a16:creationId xmlns:a16="http://schemas.microsoft.com/office/drawing/2014/main" id="{2C73AFF4-503B-40BE-B98E-535C72831733}"/>
              </a:ext>
            </a:extLst>
          </p:cNvPr>
          <p:cNvPicPr>
            <a:picLocks noChangeAspect="1"/>
          </p:cNvPicPr>
          <p:nvPr/>
        </p:nvPicPr>
        <p:blipFill>
          <a:blip r:embed="rId2"/>
          <a:stretch>
            <a:fillRect/>
          </a:stretch>
        </p:blipFill>
        <p:spPr>
          <a:xfrm>
            <a:off x="1982438" y="1721608"/>
            <a:ext cx="8227123" cy="5073052"/>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323048" y="1156566"/>
            <a:ext cx="6011231"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Aplicação cortina de luz</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Sistemas de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4010458" y="110541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970110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39811" y="761526"/>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b="1" dirty="0">
                <a:solidFill>
                  <a:schemeClr val="bg1"/>
                </a:solidFill>
                <a:latin typeface="Segoe UI Light" panose="020B0502040204020203" pitchFamily="34" charset="0"/>
                <a:cs typeface="Segoe UI Light" panose="020B0502040204020203" pitchFamily="34" charset="0"/>
              </a:rPr>
              <a:t>SACANNER DE SEGURANÇA A LASER </a:t>
            </a:r>
            <a:r>
              <a:rPr lang="pt-BR" altLang="pt-BR" sz="2000" dirty="0">
                <a:solidFill>
                  <a:schemeClr val="bg1"/>
                </a:solidFill>
                <a:latin typeface="Segoe UI Light" panose="020B0502040204020203" pitchFamily="34" charset="0"/>
                <a:cs typeface="Segoe UI Light" panose="020B0502040204020203" pitchFamily="34" charset="0"/>
              </a:rPr>
              <a:t>: é um dispositivo </a:t>
            </a:r>
            <a:r>
              <a:rPr lang="pt-BR" altLang="pt-BR" sz="2000" dirty="0" err="1">
                <a:solidFill>
                  <a:schemeClr val="bg1"/>
                </a:solidFill>
                <a:latin typeface="Segoe UI Light" panose="020B0502040204020203" pitchFamily="34" charset="0"/>
                <a:cs typeface="Segoe UI Light" panose="020B0502040204020203" pitchFamily="34" charset="0"/>
              </a:rPr>
              <a:t>optoeletronico</a:t>
            </a:r>
            <a:r>
              <a:rPr lang="pt-BR" altLang="pt-BR" sz="2000" dirty="0">
                <a:solidFill>
                  <a:schemeClr val="bg1"/>
                </a:solidFill>
                <a:latin typeface="Segoe UI Light" panose="020B0502040204020203" pitchFamily="34" charset="0"/>
                <a:cs typeface="Segoe UI Light" panose="020B0502040204020203" pitchFamily="34" charset="0"/>
              </a:rPr>
              <a:t>  que usa reflexão difusa da luz de laser infravermelha emitida para determinar a intrusão de uma pessoa ou pessoa dentro de uma área definida. O transmissor e o receptor são instalados no mesmo dispositivo. Um espelho de deflexão rotativo emite periodicamente pulsos de laser infravermelho em uma determinada área angular para criar um campo de detecção de duas dimensões. A luz refletida é processada pelo dispositivo  que envia um sinal de parada da máquina se for determinado que um objeto está dentro do campo de detecção pré-configurado.  Deve ser monitorado por interface de segurança (RS, CCS ou CLP). </a:t>
            </a:r>
          </a:p>
        </p:txBody>
      </p:sp>
      <p:pic>
        <p:nvPicPr>
          <p:cNvPr id="10" name="Picture 8" descr="Click to enlarge - 442L-SFZNMZ (ISO L)_Product">
            <a:extLst>
              <a:ext uri="{FF2B5EF4-FFF2-40B4-BE49-F238E27FC236}">
                <a16:creationId xmlns:a16="http://schemas.microsoft.com/office/drawing/2014/main" id="{EAD56723-DED3-4837-AC78-EBDD4E5832B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682092" y="1416974"/>
            <a:ext cx="4204438" cy="488757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3978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5" descr="Click to enlarge - 440F-M##BYNN+T##_Product">
            <a:extLst>
              <a:ext uri="{FF2B5EF4-FFF2-40B4-BE49-F238E27FC236}">
                <a16:creationId xmlns:a16="http://schemas.microsoft.com/office/drawing/2014/main" id="{2C141707-5503-4063-8DAF-96938E72C30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26740" y="1902600"/>
            <a:ext cx="6397870" cy="367758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35470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TAPETE DE SEGURANÇA: é um dispositivo de proteção sensível à pressão de contato projetado para detectar a presença de pessoas na sua superfície de detecção. Quando o tapete é pisado, as placas condutivas se tocam e a resistência do circuito cai para zero. Isto é monitorado pela unidade de controle, que envia um sinal de parada à máquina.  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23970" y="5849340"/>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5951488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283729" y="201933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BATENTE DE SEGURANÇA: é um dispositivo de proteção sensível a pressão de contato  (depende de uma força de contato) destinado a proteger portas automáticas e máquinas com conjuntos em  movimento. Deve ser monitorado por interface de segurança (RS, CCS ou CLP). </a:t>
            </a:r>
            <a:endParaRPr lang="pt-BR" altLang="pt-BR" sz="2400" dirty="0">
              <a:solidFill>
                <a:schemeClr val="bg1"/>
              </a:solidFill>
              <a:latin typeface="Segoe UI Light" panose="020B0502040204020203" pitchFamily="34" charset="0"/>
              <a:cs typeface="Segoe UI Light" panose="020B0502040204020203" pitchFamily="34" charset="0"/>
            </a:endParaRPr>
          </a:p>
        </p:txBody>
      </p:sp>
      <p:pic>
        <p:nvPicPr>
          <p:cNvPr id="11" name="Picture 6">
            <a:extLst>
              <a:ext uri="{FF2B5EF4-FFF2-40B4-BE49-F238E27FC236}">
                <a16:creationId xmlns:a16="http://schemas.microsoft.com/office/drawing/2014/main" id="{B1DED094-0E2F-4450-A1DF-13161368BF42}"/>
              </a:ext>
            </a:extLst>
          </p:cNvPr>
          <p:cNvPicPr>
            <a:picLocks noChangeAspect="1" noChangeArrowheads="1"/>
          </p:cNvPicPr>
          <p:nvPr/>
        </p:nvPicPr>
        <p:blipFill>
          <a:blip r:embed="rId2">
            <a:lum contrast="18000"/>
            <a:grayscl/>
            <a:extLst>
              <a:ext uri="{28A0092B-C50C-407E-A947-70E740481C1C}">
                <a14:useLocalDpi xmlns:a14="http://schemas.microsoft.com/office/drawing/2010/main"/>
              </a:ext>
            </a:extLst>
          </a:blip>
          <a:srcRect/>
          <a:stretch>
            <a:fillRect/>
          </a:stretch>
        </p:blipFill>
        <p:spPr bwMode="auto">
          <a:xfrm>
            <a:off x="333005" y="1857309"/>
            <a:ext cx="6553200" cy="37496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2410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547511"/>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VÁLVULA DE SEGURANÇA: é um dispositivo  de proteção ativa aplicado em circuitos com fluídos compressíveis que tem por finalidade interromper o funcionamento de uma máquina ou processo quando detectada uma anormalidade operacional com potencial de causar acidente.</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Deve ser monitorado por interface de segurança (RS, CCS ou CLP).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23970" y="5849340"/>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1" name="Picture 6">
            <a:extLst>
              <a:ext uri="{FF2B5EF4-FFF2-40B4-BE49-F238E27FC236}">
                <a16:creationId xmlns:a16="http://schemas.microsoft.com/office/drawing/2014/main" id="{BF2E595D-0717-4ABA-B7A9-951EB838815A}"/>
              </a:ext>
            </a:extLst>
          </p:cNvPr>
          <p:cNvPicPr>
            <a:picLocks noChangeAspect="1" noChangeArrowheads="1"/>
          </p:cNvPicPr>
          <p:nvPr/>
        </p:nvPicPr>
        <p:blipFill>
          <a:blip r:embed="rId2">
            <a:lum contrast="12000"/>
            <a:extLst>
              <a:ext uri="{28A0092B-C50C-407E-A947-70E740481C1C}">
                <a14:useLocalDpi xmlns:a14="http://schemas.microsoft.com/office/drawing/2010/main"/>
              </a:ext>
            </a:extLst>
          </a:blip>
          <a:srcRect/>
          <a:stretch>
            <a:fillRect/>
          </a:stretch>
        </p:blipFill>
        <p:spPr bwMode="auto">
          <a:xfrm>
            <a:off x="1533155" y="1547511"/>
            <a:ext cx="4502311" cy="433413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9181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87391" y="256722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DISPOSITIVOS DE RETENÇÃO MECÂNICOS: projetados para evitar o  chicoteamento caso a mangueira se solte da conexão, evitando acidentes no entorno. </a:t>
            </a:r>
            <a:endParaRPr lang="pt-BR" altLang="pt-BR" sz="2400" dirty="0">
              <a:solidFill>
                <a:schemeClr val="bg1"/>
              </a:solidFill>
              <a:latin typeface="Segoe UI Light" panose="020B0502040204020203" pitchFamily="34" charset="0"/>
              <a:cs typeface="Segoe UI Light" panose="020B0502040204020203" pitchFamily="34" charset="0"/>
            </a:endParaRPr>
          </a:p>
        </p:txBody>
      </p:sp>
      <p:pic>
        <p:nvPicPr>
          <p:cNvPr id="10" name="Picture 7" descr="Dispositivos de segurança/retenção">
            <a:extLst>
              <a:ext uri="{FF2B5EF4-FFF2-40B4-BE49-F238E27FC236}">
                <a16:creationId xmlns:a16="http://schemas.microsoft.com/office/drawing/2014/main" id="{128ACF68-E019-4E89-8C16-249A8203D6D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98485" y="1857309"/>
            <a:ext cx="4760081" cy="409839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2223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ço Reservado para Imagem 4" descr="Uma imagem contendo Diagrama&#10;&#10;Descrição gerada automaticamente">
            <a:extLst>
              <a:ext uri="{FF2B5EF4-FFF2-40B4-BE49-F238E27FC236}">
                <a16:creationId xmlns:a16="http://schemas.microsoft.com/office/drawing/2014/main" id="{FF94255D-3C75-4276-8C23-C893C7CA090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50" r="-88"/>
          <a:stretch/>
        </p:blipFill>
        <p:spPr>
          <a:xfrm>
            <a:off x="4171201" y="2244886"/>
            <a:ext cx="3849598" cy="2409378"/>
          </a:xfrm>
        </p:spPr>
      </p:pic>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58020" y="2611464"/>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Dispositivos de Parada de Emergência</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40793" y="3423999"/>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180113" y="505646"/>
            <a:ext cx="4086434"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Objetivo de Paralisar situações de perigo latentes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 :</a:t>
            </a:r>
          </a:p>
          <a:p>
            <a:pPr algn="just"/>
            <a:r>
              <a:rPr lang="pt-BR" altLang="pt-BR" sz="2400" dirty="0">
                <a:solidFill>
                  <a:schemeClr val="bg1"/>
                </a:solidFill>
                <a:latin typeface="Segoe UI Light" panose="020B0502040204020203" pitchFamily="34" charset="0"/>
                <a:cs typeface="Segoe UI Light" panose="020B0502040204020203" pitchFamily="34" charset="0"/>
              </a:rPr>
              <a:t>Não devem ser usados como dispositivos de partida</a:t>
            </a:r>
          </a:p>
          <a:p>
            <a:pPr algn="just"/>
            <a:r>
              <a:rPr lang="pt-BR" altLang="pt-BR" sz="2400" dirty="0">
                <a:solidFill>
                  <a:schemeClr val="bg1"/>
                </a:solidFill>
                <a:latin typeface="Segoe UI Light" panose="020B0502040204020203" pitchFamily="34" charset="0"/>
                <a:cs typeface="Segoe UI Light" panose="020B0502040204020203" pitchFamily="34" charset="0"/>
              </a:rPr>
              <a:t>Ser selecionado considerando as influencias do meio</a:t>
            </a:r>
          </a:p>
          <a:p>
            <a:pPr algn="just"/>
            <a:r>
              <a:rPr lang="pt-BR" altLang="pt-BR" sz="2400" dirty="0">
                <a:solidFill>
                  <a:schemeClr val="bg1"/>
                </a:solidFill>
                <a:latin typeface="Segoe UI Light" panose="020B0502040204020203" pitchFamily="34" charset="0"/>
                <a:cs typeface="Segoe UI Light" panose="020B0502040204020203" pitchFamily="34" charset="0"/>
              </a:rPr>
              <a:t>Fácil operação</a:t>
            </a:r>
          </a:p>
          <a:p>
            <a:pPr algn="just"/>
            <a:r>
              <a:rPr lang="pt-BR" altLang="pt-BR" sz="2400" dirty="0">
                <a:solidFill>
                  <a:schemeClr val="bg1"/>
                </a:solidFill>
                <a:latin typeface="Segoe UI Light" panose="020B0502040204020203" pitchFamily="34" charset="0"/>
                <a:cs typeface="Segoe UI Light" panose="020B0502040204020203" pitchFamily="34" charset="0"/>
              </a:rPr>
              <a:t>Prevalecer sobre outros comandos</a:t>
            </a:r>
          </a:p>
          <a:p>
            <a:pPr algn="just"/>
            <a:r>
              <a:rPr lang="pt-BR" altLang="pt-BR" sz="2400" dirty="0">
                <a:solidFill>
                  <a:schemeClr val="bg1"/>
                </a:solidFill>
                <a:latin typeface="Segoe UI Light" panose="020B0502040204020203" pitchFamily="34" charset="0"/>
                <a:cs typeface="Segoe UI Light" panose="020B0502040204020203" pitchFamily="34" charset="0"/>
              </a:rPr>
              <a:t>Provocar parada no menor tempo possível</a:t>
            </a:r>
          </a:p>
          <a:p>
            <a:pPr algn="just"/>
            <a:r>
              <a:rPr lang="pt-BR" altLang="pt-BR" sz="2400" dirty="0">
                <a:solidFill>
                  <a:schemeClr val="bg1"/>
                </a:solidFill>
                <a:latin typeface="Segoe UI Light" panose="020B0502040204020203" pitchFamily="34" charset="0"/>
                <a:cs typeface="Segoe UI Light" panose="020B0502040204020203" pitchFamily="34" charset="0"/>
              </a:rPr>
              <a:t>Exigir Rearme</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75283882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p:cNvSpPr/>
          <p:nvPr/>
        </p:nvSpPr>
        <p:spPr>
          <a:xfrm>
            <a:off x="3061385" y="1886807"/>
            <a:ext cx="2732361" cy="3641836"/>
          </a:xfrm>
          <a:prstGeom prst="roundRect">
            <a:avLst>
              <a:gd name="adj" fmla="val 712"/>
            </a:avLst>
          </a:prstGeom>
          <a:solidFill>
            <a:schemeClr val="bg1"/>
          </a:solidFill>
          <a:ln>
            <a:noFill/>
          </a:ln>
          <a:effectLst>
            <a:outerShdw blurRad="381000" dist="76200" dir="5400000" algn="t"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Text Placeholder 38"/>
          <p:cNvSpPr>
            <a:spLocks noGrp="1"/>
          </p:cNvSpPr>
          <p:nvPr>
            <p:ph type="body" sz="quarter" idx="10"/>
          </p:nvPr>
        </p:nvSpPr>
        <p:spPr>
          <a:xfrm>
            <a:off x="1114425" y="444500"/>
            <a:ext cx="9963150" cy="800100"/>
          </a:xfrm>
        </p:spPr>
        <p:txBody>
          <a:bodyPr/>
          <a:lstStyle/>
          <a:p>
            <a:r>
              <a:rPr lang="pt-BR" dirty="0"/>
              <a:t>Dispositivos de Parada de Emergência</a:t>
            </a:r>
          </a:p>
        </p:txBody>
      </p:sp>
      <p:sp>
        <p:nvSpPr>
          <p:cNvPr id="45" name="Text Placeholder 4"/>
          <p:cNvSpPr txBox="1">
            <a:spLocks/>
          </p:cNvSpPr>
          <p:nvPr/>
        </p:nvSpPr>
        <p:spPr>
          <a:xfrm>
            <a:off x="3284459" y="4209397"/>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1400" b="1" dirty="0">
                <a:solidFill>
                  <a:schemeClr val="tx1">
                    <a:lumMod val="65000"/>
                    <a:lumOff val="35000"/>
                  </a:schemeClr>
                </a:solidFill>
                <a:latin typeface="Segoe UI" panose="020B0502040204020203" pitchFamily="34" charset="0"/>
                <a:cs typeface="Segoe UI" panose="020B0502040204020203" pitchFamily="34" charset="0"/>
              </a:rPr>
              <a:t>Dispositivo de parada de emergência: botão operado manualmente por impacto</a:t>
            </a:r>
          </a:p>
        </p:txBody>
      </p:sp>
      <p:sp>
        <p:nvSpPr>
          <p:cNvPr id="29" name="Text Placeholder 4">
            <a:extLst>
              <a:ext uri="{FF2B5EF4-FFF2-40B4-BE49-F238E27FC236}">
                <a16:creationId xmlns:a16="http://schemas.microsoft.com/office/drawing/2014/main" id="{3FB004BF-314B-4242-A1A3-77331926DBDF}"/>
              </a:ext>
            </a:extLst>
          </p:cNvPr>
          <p:cNvSpPr txBox="1">
            <a:spLocks/>
          </p:cNvSpPr>
          <p:nvPr/>
        </p:nvSpPr>
        <p:spPr>
          <a:xfrm>
            <a:off x="4952922" y="1088943"/>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endParaRPr lang="pt-BR" sz="1400" dirty="0">
              <a:solidFill>
                <a:schemeClr val="bg1">
                  <a:lumMod val="65000"/>
                </a:schemeClr>
              </a:solidFill>
              <a:latin typeface="Segoe UI" panose="020B0502040204020203" pitchFamily="34" charset="0"/>
              <a:cs typeface="Segoe UI" panose="020B0502040204020203" pitchFamily="34" charset="0"/>
            </a:endParaRPr>
          </a:p>
        </p:txBody>
      </p:sp>
      <p:sp>
        <p:nvSpPr>
          <p:cNvPr id="24" name="Retângulo 23"/>
          <p:cNvSpPr/>
          <p:nvPr/>
        </p:nvSpPr>
        <p:spPr>
          <a:xfrm>
            <a:off x="358253" y="6260123"/>
            <a:ext cx="11465929" cy="422031"/>
          </a:xfrm>
          <a:prstGeom prst="rect">
            <a:avLst/>
          </a:prstGeom>
          <a:solidFill>
            <a:srgbClr val="F8F8F8"/>
          </a:solidFill>
          <a:ln>
            <a:solidFill>
              <a:srgbClr val="F8F8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F8F8F8"/>
              </a:solidFill>
            </a:endParaRPr>
          </a:p>
        </p:txBody>
      </p:sp>
      <p:sp>
        <p:nvSpPr>
          <p:cNvPr id="26" name="Rectangle: Rounded Corners 3"/>
          <p:cNvSpPr/>
          <p:nvPr/>
        </p:nvSpPr>
        <p:spPr>
          <a:xfrm>
            <a:off x="6492562" y="1886807"/>
            <a:ext cx="2732361" cy="3641836"/>
          </a:xfrm>
          <a:prstGeom prst="roundRect">
            <a:avLst>
              <a:gd name="adj" fmla="val 712"/>
            </a:avLst>
          </a:prstGeom>
          <a:solidFill>
            <a:schemeClr val="bg1"/>
          </a:solidFill>
          <a:ln>
            <a:noFill/>
          </a:ln>
          <a:effectLst>
            <a:outerShdw blurRad="381000" dist="76200" dir="5400000" algn="t"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6715664" y="4440050"/>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1400" b="1" dirty="0">
                <a:solidFill>
                  <a:schemeClr val="tx1">
                    <a:lumMod val="65000"/>
                    <a:lumOff val="35000"/>
                  </a:schemeClr>
                </a:solidFill>
                <a:latin typeface="Segoe UI" panose="020B0502040204020203" pitchFamily="34" charset="0"/>
                <a:cs typeface="Segoe UI" panose="020B0502040204020203" pitchFamily="34" charset="0"/>
              </a:rPr>
              <a:t>Dispositivo de parada de emergência: chave operada por cabo (corda)</a:t>
            </a:r>
          </a:p>
        </p:txBody>
      </p:sp>
      <p:pic>
        <p:nvPicPr>
          <p:cNvPr id="6" name="Espaço Reservado para Imagem 5" descr="Uma imagem contendo Interface gráfica do usuário&#10;&#10;Descrição gerada automaticamente">
            <a:extLst>
              <a:ext uri="{FF2B5EF4-FFF2-40B4-BE49-F238E27FC236}">
                <a16:creationId xmlns:a16="http://schemas.microsoft.com/office/drawing/2014/main" id="{850B0976-B66F-41D3-AAB3-61D440289C3B}"/>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3856" t="3415" r="3856" b="4237"/>
          <a:stretch/>
        </p:blipFill>
        <p:spPr>
          <a:xfrm>
            <a:off x="3060700" y="1955123"/>
            <a:ext cx="2733675" cy="1845733"/>
          </a:xfrm>
          <a:ln>
            <a:solidFill>
              <a:schemeClr val="bg1"/>
            </a:solidFill>
          </a:ln>
        </p:spPr>
      </p:pic>
      <p:pic>
        <p:nvPicPr>
          <p:cNvPr id="15" name="Espaço Reservado para Imagem 14" descr="Uma imagem contendo medidor&#10;&#10;Descrição gerada automaticamente">
            <a:extLst>
              <a:ext uri="{FF2B5EF4-FFF2-40B4-BE49-F238E27FC236}">
                <a16:creationId xmlns:a16="http://schemas.microsoft.com/office/drawing/2014/main" id="{E0E5BA5C-F89F-4033-A900-2A094E4A0852}"/>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l="6165" t="2171" r="4482" b="2810"/>
          <a:stretch/>
        </p:blipFill>
        <p:spPr>
          <a:xfrm>
            <a:off x="6821536" y="1903990"/>
            <a:ext cx="2074412" cy="2612853"/>
          </a:xfrm>
        </p:spPr>
      </p:pic>
      <p:sp>
        <p:nvSpPr>
          <p:cNvPr id="25" name="Rectangle 6">
            <a:extLst>
              <a:ext uri="{FF2B5EF4-FFF2-40B4-BE49-F238E27FC236}">
                <a16:creationId xmlns:a16="http://schemas.microsoft.com/office/drawing/2014/main" id="{A6602CCD-1117-45A6-B50C-8E157EE90716}"/>
              </a:ext>
            </a:extLst>
          </p:cNvPr>
          <p:cNvSpPr/>
          <p:nvPr/>
        </p:nvSpPr>
        <p:spPr>
          <a:xfrm rot="19263167">
            <a:off x="-2195898" y="-54133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9249342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2" presetClass="entr" presetSubtype="4" decel="100000" fill="hold" grpId="0" nodeType="withEffect">
                                  <p:stCondLst>
                                    <p:cond delay="1250"/>
                                  </p:stCondLst>
                                  <p:childTnLst>
                                    <p:set>
                                      <p:cBhvr>
                                        <p:cTn id="9" dur="1" fill="hold">
                                          <p:stCondLst>
                                            <p:cond delay="0"/>
                                          </p:stCondLst>
                                        </p:cTn>
                                        <p:tgtEl>
                                          <p:spTgt spid="45"/>
                                        </p:tgtEl>
                                        <p:attrNameLst>
                                          <p:attrName>style.visibility</p:attrName>
                                        </p:attrNameLst>
                                      </p:cBhvr>
                                      <p:to>
                                        <p:strVal val="visible"/>
                                      </p:to>
                                    </p:set>
                                    <p:anim calcmode="lin" valueType="num">
                                      <p:cBhvr additive="base">
                                        <p:cTn id="10" dur="500" fill="hold"/>
                                        <p:tgtEl>
                                          <p:spTgt spid="45"/>
                                        </p:tgtEl>
                                        <p:attrNameLst>
                                          <p:attrName>ppt_x</p:attrName>
                                        </p:attrNameLst>
                                      </p:cBhvr>
                                      <p:tavLst>
                                        <p:tav tm="0">
                                          <p:val>
                                            <p:strVal val="#ppt_x"/>
                                          </p:val>
                                        </p:tav>
                                        <p:tav tm="100000">
                                          <p:val>
                                            <p:strVal val="#ppt_x"/>
                                          </p:val>
                                        </p:tav>
                                      </p:tavLst>
                                    </p:anim>
                                    <p:anim calcmode="lin" valueType="num">
                                      <p:cBhvr additive="base">
                                        <p:cTn id="11" dur="500" fill="hold"/>
                                        <p:tgtEl>
                                          <p:spTgt spid="45"/>
                                        </p:tgtEl>
                                        <p:attrNameLst>
                                          <p:attrName>ppt_y</p:attrName>
                                        </p:attrNameLst>
                                      </p:cBhvr>
                                      <p:tavLst>
                                        <p:tav tm="0">
                                          <p:val>
                                            <p:strVal val="1+#ppt_h/2"/>
                                          </p:val>
                                        </p:tav>
                                        <p:tav tm="100000">
                                          <p:val>
                                            <p:strVal val="#ppt_y"/>
                                          </p:val>
                                        </p:tav>
                                      </p:tavLst>
                                    </p:anim>
                                  </p:childTnLst>
                                </p:cTn>
                              </p:par>
                              <p:par>
                                <p:cTn id="12" presetID="2" presetClass="entr" presetSubtype="1" decel="100000" fill="hold" grpId="0" nodeType="withEffect" nodePh="1">
                                  <p:stCondLst>
                                    <p:cond delay="0"/>
                                  </p:stCondLst>
                                  <p:endCondLst>
                                    <p:cond evt="begin" delay="0">
                                      <p:tn val="12"/>
                                    </p:cond>
                                  </p:end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0-#ppt_h/2"/>
                                          </p:val>
                                        </p:tav>
                                        <p:tav tm="100000">
                                          <p:val>
                                            <p:strVal val="#ppt_y"/>
                                          </p:val>
                                        </p:tav>
                                      </p:tavLst>
                                    </p:anim>
                                  </p:childTnLst>
                                </p:cTn>
                              </p:par>
                              <p:par>
                                <p:cTn id="16" presetID="10" presetClass="entr" presetSubtype="0" fill="hold" grpId="0" nodeType="withEffect">
                                  <p:stCondLst>
                                    <p:cond delay="75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childTnLst>
                                </p:cTn>
                              </p:par>
                              <p:par>
                                <p:cTn id="19" presetID="2" presetClass="entr" presetSubtype="4" decel="100000" fill="hold" grpId="0" nodeType="withEffect">
                                  <p:stCondLst>
                                    <p:cond delay="125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ppt_x"/>
                                          </p:val>
                                        </p:tav>
                                        <p:tav tm="100000">
                                          <p:val>
                                            <p:strVal val="#ppt_x"/>
                                          </p:val>
                                        </p:tav>
                                      </p:tavLst>
                                    </p:anim>
                                    <p:anim calcmode="lin" valueType="num">
                                      <p:cBhvr additive="base">
                                        <p:cTn id="22" dur="500" fill="hold"/>
                                        <p:tgtEl>
                                          <p:spTgt spid="30"/>
                                        </p:tgtEl>
                                        <p:attrNameLst>
                                          <p:attrName>ppt_y</p:attrName>
                                        </p:attrNameLst>
                                      </p:cBhvr>
                                      <p:tavLst>
                                        <p:tav tm="0">
                                          <p:val>
                                            <p:strVal val="1+#ppt_h/2"/>
                                          </p:val>
                                        </p:tav>
                                        <p:tav tm="100000">
                                          <p:val>
                                            <p:strVal val="#ppt_y"/>
                                          </p:val>
                                        </p:tav>
                                      </p:tavLst>
                                    </p:anim>
                                  </p:childTnLst>
                                </p:cTn>
                              </p:par>
                              <p:par>
                                <p:cTn id="23" presetID="2" presetClass="entr" presetSubtype="2" fill="hold" grpId="0" nodeType="withEffect">
                                  <p:stCondLst>
                                    <p:cond delay="350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750" fill="hold"/>
                                        <p:tgtEl>
                                          <p:spTgt spid="25"/>
                                        </p:tgtEl>
                                        <p:attrNameLst>
                                          <p:attrName>ppt_x</p:attrName>
                                        </p:attrNameLst>
                                      </p:cBhvr>
                                      <p:tavLst>
                                        <p:tav tm="0">
                                          <p:val>
                                            <p:strVal val="1+#ppt_w/2"/>
                                          </p:val>
                                        </p:tav>
                                        <p:tav tm="100000">
                                          <p:val>
                                            <p:strVal val="#ppt_x"/>
                                          </p:val>
                                        </p:tav>
                                      </p:tavLst>
                                    </p:anim>
                                    <p:anim calcmode="lin" valueType="num">
                                      <p:cBhvr additive="base">
                                        <p:cTn id="26" dur="7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5" grpId="0"/>
      <p:bldP spid="29" grpId="0"/>
      <p:bldP spid="26" grpId="0" animBg="1"/>
      <p:bldP spid="30" grpId="0"/>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Sistemas de Segurança</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87391" y="2567229"/>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CHAVE DE PARADA DE EMERGÊNCIA COM ACIONADOR TIPO CABO: aplicação em esteira transportadora</a:t>
            </a:r>
          </a:p>
        </p:txBody>
      </p:sp>
      <p:pic>
        <p:nvPicPr>
          <p:cNvPr id="11" name="Picture 6">
            <a:extLst>
              <a:ext uri="{FF2B5EF4-FFF2-40B4-BE49-F238E27FC236}">
                <a16:creationId xmlns:a16="http://schemas.microsoft.com/office/drawing/2014/main" id="{449FA39B-7F2B-4913-B43D-1ACE1424630A}"/>
              </a:ext>
            </a:extLst>
          </p:cNvPr>
          <p:cNvPicPr>
            <a:picLocks noChangeAspect="1" noChangeArrowheads="1"/>
          </p:cNvPicPr>
          <p:nvPr/>
        </p:nvPicPr>
        <p:blipFill>
          <a:blip r:embed="rId2">
            <a:lum contrast="12000"/>
            <a:extLst>
              <a:ext uri="{28A0092B-C50C-407E-A947-70E740481C1C}">
                <a14:useLocalDpi xmlns:a14="http://schemas.microsoft.com/office/drawing/2010/main"/>
              </a:ext>
            </a:extLst>
          </a:blip>
          <a:srcRect/>
          <a:stretch>
            <a:fillRect/>
          </a:stretch>
        </p:blipFill>
        <p:spPr bwMode="auto">
          <a:xfrm>
            <a:off x="505811" y="1664278"/>
            <a:ext cx="6556999" cy="399746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6615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4"/>
          <p:cNvSpPr txBox="1">
            <a:spLocks/>
          </p:cNvSpPr>
          <p:nvPr/>
        </p:nvSpPr>
        <p:spPr>
          <a:xfrm>
            <a:off x="701954" y="348604"/>
            <a:ext cx="4289146"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Componentes Pressurizados</a:t>
            </a:r>
            <a:endParaRPr lang="id-ID" sz="4800" dirty="0">
              <a:solidFill>
                <a:schemeClr val="tx1">
                  <a:lumMod val="65000"/>
                  <a:lumOff val="35000"/>
                </a:schemeClr>
              </a:solidFill>
              <a:latin typeface="Bebas Neue" panose="020B0606020202050201" pitchFamily="34" charset="0"/>
              <a:cs typeface="Calibri"/>
            </a:endParaRPr>
          </a:p>
        </p:txBody>
      </p:sp>
      <p:sp>
        <p:nvSpPr>
          <p:cNvPr id="10" name="Rectangle 9"/>
          <p:cNvSpPr/>
          <p:nvPr/>
        </p:nvSpPr>
        <p:spPr>
          <a:xfrm>
            <a:off x="808634" y="116401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 Placeholder 4"/>
          <p:cNvSpPr txBox="1">
            <a:spLocks/>
          </p:cNvSpPr>
          <p:nvPr/>
        </p:nvSpPr>
        <p:spPr>
          <a:xfrm>
            <a:off x="701954" y="69171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id-ID" sz="1400" dirty="0">
              <a:solidFill>
                <a:schemeClr val="bg1">
                  <a:lumMod val="75000"/>
                </a:schemeClr>
              </a:solidFill>
              <a:latin typeface="Segoe UI" panose="020B0502040204020203" pitchFamily="34" charset="0"/>
              <a:cs typeface="Segoe UI" panose="020B0502040204020203" pitchFamily="34" charset="0"/>
            </a:endParaRPr>
          </a:p>
        </p:txBody>
      </p:sp>
      <p:sp>
        <p:nvSpPr>
          <p:cNvPr id="13" name="Text Placeholder 4"/>
          <p:cNvSpPr txBox="1">
            <a:spLocks/>
          </p:cNvSpPr>
          <p:nvPr/>
        </p:nvSpPr>
        <p:spPr>
          <a:xfrm>
            <a:off x="541133" y="2107637"/>
            <a:ext cx="57411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1800" dirty="0">
                <a:solidFill>
                  <a:srgbClr val="000000"/>
                </a:solidFill>
                <a:latin typeface="Segoe UI Light" panose="020B0502040204020203" pitchFamily="34" charset="0"/>
                <a:cs typeface="Segoe UI Light" panose="020B0502040204020203" pitchFamily="34" charset="0"/>
              </a:rPr>
              <a:t>Deve possuir medidas adicionais de proteção para</a:t>
            </a:r>
          </a:p>
          <a:p>
            <a:pPr algn="just"/>
            <a:r>
              <a:rPr lang="pt-BR" altLang="pt-BR" sz="1800" dirty="0">
                <a:solidFill>
                  <a:srgbClr val="000000"/>
                </a:solidFill>
                <a:latin typeface="Segoe UI Light" panose="020B0502040204020203" pitchFamily="34" charset="0"/>
                <a:cs typeface="Segoe UI Light" panose="020B0502040204020203" pitchFamily="34" charset="0"/>
              </a:rPr>
              <a:t>Mangueiras</a:t>
            </a:r>
          </a:p>
          <a:p>
            <a:pPr algn="just"/>
            <a:r>
              <a:rPr lang="pt-BR" altLang="pt-BR" sz="1800" dirty="0">
                <a:solidFill>
                  <a:srgbClr val="000000"/>
                </a:solidFill>
                <a:latin typeface="Segoe UI Light" panose="020B0502040204020203" pitchFamily="34" charset="0"/>
                <a:cs typeface="Segoe UI Light" panose="020B0502040204020203" pitchFamily="34" charset="0"/>
              </a:rPr>
              <a:t>Tubulações</a:t>
            </a:r>
          </a:p>
          <a:p>
            <a:pPr algn="just"/>
            <a:r>
              <a:rPr lang="pt-BR" altLang="pt-BR" sz="1800" dirty="0">
                <a:solidFill>
                  <a:srgbClr val="000000"/>
                </a:solidFill>
                <a:latin typeface="Segoe UI Light" panose="020B0502040204020203" pitchFamily="34" charset="0"/>
                <a:cs typeface="Segoe UI Light" panose="020B0502040204020203" pitchFamily="34" charset="0"/>
              </a:rPr>
              <a:t>Demais componentes pressurizados</a:t>
            </a:r>
          </a:p>
          <a:p>
            <a:pPr algn="just"/>
            <a:endParaRPr lang="pt-BR" altLang="pt-BR" sz="1800" dirty="0">
              <a:solidFill>
                <a:srgbClr val="000000"/>
              </a:solidFill>
              <a:latin typeface="Segoe UI Light" panose="020B0502040204020203" pitchFamily="34" charset="0"/>
              <a:cs typeface="Segoe UI Light" panose="020B0502040204020203" pitchFamily="34" charset="0"/>
            </a:endParaRPr>
          </a:p>
          <a:p>
            <a:pPr marL="0" indent="0" algn="just">
              <a:buNone/>
            </a:pPr>
            <a:r>
              <a:rPr lang="pt-BR" altLang="pt-BR" sz="1800" dirty="0">
                <a:solidFill>
                  <a:srgbClr val="000000"/>
                </a:solidFill>
                <a:latin typeface="Segoe UI Light" panose="020B0502040204020203" pitchFamily="34" charset="0"/>
                <a:cs typeface="Segoe UI Light" panose="020B0502040204020203" pitchFamily="34" charset="0"/>
              </a:rPr>
              <a:t>Características</a:t>
            </a:r>
          </a:p>
          <a:p>
            <a:pPr algn="just"/>
            <a:r>
              <a:rPr lang="pt-BR" altLang="pt-BR" sz="1800" dirty="0">
                <a:solidFill>
                  <a:srgbClr val="000000"/>
                </a:solidFill>
                <a:latin typeface="Segoe UI Light" panose="020B0502040204020203" pitchFamily="34" charset="0"/>
                <a:cs typeface="Segoe UI Light" panose="020B0502040204020203" pitchFamily="34" charset="0"/>
              </a:rPr>
              <a:t>Possuir sinalização de pressão máxima</a:t>
            </a:r>
          </a:p>
          <a:p>
            <a:pPr algn="just"/>
            <a:r>
              <a:rPr lang="pt-BR" altLang="pt-BR" sz="1800" dirty="0">
                <a:solidFill>
                  <a:srgbClr val="000000"/>
                </a:solidFill>
                <a:latin typeface="Segoe UI Light" panose="020B0502040204020203" pitchFamily="34" charset="0"/>
                <a:cs typeface="Segoe UI Light" panose="020B0502040204020203" pitchFamily="34" charset="0"/>
              </a:rPr>
              <a:t>Proteção contra ruptura</a:t>
            </a:r>
          </a:p>
          <a:p>
            <a:pPr>
              <a:lnSpc>
                <a:spcPct val="114000"/>
              </a:lnSpc>
              <a:defRPr/>
            </a:pPr>
            <a:endParaRPr lang="pt-BR" sz="1200" dirty="0">
              <a:solidFill>
                <a:schemeClr val="bg1">
                  <a:lumMod val="65000"/>
                </a:schemeClr>
              </a:solidFill>
              <a:latin typeface="Segoe UI Light" panose="020B0502040204020203" pitchFamily="34" charset="0"/>
              <a:cs typeface="Segoe UI Light" panose="020B0502040204020203" pitchFamily="34" charset="0"/>
            </a:endParaRPr>
          </a:p>
        </p:txBody>
      </p:sp>
      <p:sp>
        <p:nvSpPr>
          <p:cNvPr id="15" name="Retângulo 14"/>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a:xfrm>
            <a:off x="1" y="1943891"/>
            <a:ext cx="12192000" cy="4914109"/>
          </a:xfrm>
        </p:spPr>
      </p:pic>
    </p:spTree>
    <p:extLst>
      <p:ext uri="{BB962C8B-B14F-4D97-AF65-F5344CB8AC3E}">
        <p14:creationId xmlns:p14="http://schemas.microsoft.com/office/powerpoint/2010/main" val="19406269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p:cNvSpPr txBox="1">
            <a:spLocks/>
          </p:cNvSpPr>
          <p:nvPr/>
        </p:nvSpPr>
        <p:spPr>
          <a:xfrm>
            <a:off x="358253" y="2162982"/>
            <a:ext cx="580613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3200" dirty="0">
                <a:solidFill>
                  <a:schemeClr val="tx1">
                    <a:lumMod val="65000"/>
                    <a:lumOff val="35000"/>
                  </a:schemeClr>
                </a:solidFill>
                <a:latin typeface="Bebas Neue" panose="020B0606020202050201" pitchFamily="34" charset="0"/>
              </a:rPr>
              <a:t>Transportadores de Materiais</a:t>
            </a:r>
            <a:endParaRPr lang="pt-BR" sz="3200" dirty="0">
              <a:solidFill>
                <a:schemeClr val="tx1">
                  <a:lumMod val="65000"/>
                  <a:lumOff val="35000"/>
                </a:schemeClr>
              </a:solidFill>
              <a:latin typeface="Bebas Neue" panose="020B0606020202050201" pitchFamily="34" charset="0"/>
              <a:cs typeface="Calibri"/>
            </a:endParaRPr>
          </a:p>
        </p:txBody>
      </p:sp>
      <p:sp>
        <p:nvSpPr>
          <p:cNvPr id="18" name="Rectangle 17"/>
          <p:cNvSpPr/>
          <p:nvPr/>
        </p:nvSpPr>
        <p:spPr>
          <a:xfrm>
            <a:off x="382081" y="266536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Text Placeholder 4"/>
          <p:cNvSpPr txBox="1">
            <a:spLocks/>
          </p:cNvSpPr>
          <p:nvPr/>
        </p:nvSpPr>
        <p:spPr>
          <a:xfrm>
            <a:off x="358253" y="3081027"/>
            <a:ext cx="7893659"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000" b="1" dirty="0">
                <a:solidFill>
                  <a:srgbClr val="000000"/>
                </a:solidFill>
                <a:latin typeface="Segoe UI Light" panose="020B0502040204020203" pitchFamily="34" charset="0"/>
                <a:cs typeface="Segoe UI Light" panose="020B0502040204020203" pitchFamily="34" charset="0"/>
              </a:rPr>
              <a:t>Características</a:t>
            </a:r>
          </a:p>
          <a:p>
            <a:pPr algn="just"/>
            <a:r>
              <a:rPr lang="pt-BR" altLang="pt-BR" sz="2000" dirty="0">
                <a:solidFill>
                  <a:srgbClr val="000000"/>
                </a:solidFill>
                <a:latin typeface="Segoe UI Light" panose="020B0502040204020203" pitchFamily="34" charset="0"/>
                <a:cs typeface="Segoe UI Light" panose="020B0502040204020203" pitchFamily="34" charset="0"/>
              </a:rPr>
              <a:t>Proteção até 2,70m do piso</a:t>
            </a:r>
          </a:p>
          <a:p>
            <a:pPr algn="just"/>
            <a:r>
              <a:rPr lang="pt-BR" altLang="pt-BR" sz="2000" dirty="0">
                <a:solidFill>
                  <a:srgbClr val="000000"/>
                </a:solidFill>
                <a:latin typeface="Segoe UI Light" panose="020B0502040204020203" pitchFamily="34" charset="0"/>
                <a:cs typeface="Segoe UI Light" panose="020B0502040204020203" pitchFamily="34" charset="0"/>
              </a:rPr>
              <a:t>Possuir passarela (altura superior a 2,70m)</a:t>
            </a:r>
          </a:p>
          <a:p>
            <a:pPr algn="just"/>
            <a:r>
              <a:rPr lang="pt-BR" altLang="pt-BR" sz="2000" dirty="0">
                <a:solidFill>
                  <a:srgbClr val="000000"/>
                </a:solidFill>
                <a:latin typeface="Segoe UI Light" panose="020B0502040204020203" pitchFamily="34" charset="0"/>
                <a:cs typeface="Segoe UI Light" panose="020B0502040204020203" pitchFamily="34" charset="0"/>
              </a:rPr>
              <a:t>Possuir parada de emergência em toda sua extensão</a:t>
            </a:r>
          </a:p>
          <a:p>
            <a:pPr algn="just"/>
            <a:r>
              <a:rPr lang="pt-BR" altLang="pt-BR" sz="2000" dirty="0">
                <a:solidFill>
                  <a:srgbClr val="000000"/>
                </a:solidFill>
                <a:latin typeface="Segoe UI Light" panose="020B0502040204020203" pitchFamily="34" charset="0"/>
                <a:cs typeface="Segoe UI Light" panose="020B0502040204020203" pitchFamily="34" charset="0"/>
              </a:rPr>
              <a:t>Possuir dispositivo de desalinhamento ou sobrecarga</a:t>
            </a:r>
          </a:p>
          <a:p>
            <a:pPr algn="just"/>
            <a:r>
              <a:rPr lang="pt-BR" altLang="pt-BR" sz="2000" dirty="0">
                <a:solidFill>
                  <a:srgbClr val="000000"/>
                </a:solidFill>
                <a:latin typeface="Segoe UI Light" panose="020B0502040204020203" pitchFamily="34" charset="0"/>
                <a:cs typeface="Segoe UI Light" panose="020B0502040204020203" pitchFamily="34" charset="0"/>
              </a:rPr>
              <a:t>Proteção para circulação de pessoas sob transportadores</a:t>
            </a:r>
          </a:p>
          <a:p>
            <a:pPr marL="0" indent="0">
              <a:lnSpc>
                <a:spcPct val="114000"/>
              </a:lnSpc>
              <a:buNone/>
              <a:defRPr/>
            </a:pPr>
            <a:endParaRPr lang="pt-BR" sz="1200" dirty="0">
              <a:solidFill>
                <a:schemeClr val="bg1">
                  <a:lumMod val="65000"/>
                </a:schemeClr>
              </a:solidFill>
              <a:latin typeface="Segoe UI Light" panose="020B0502040204020203" pitchFamily="34" charset="0"/>
              <a:cs typeface="Segoe UI Light" panose="020B0502040204020203" pitchFamily="34" charset="0"/>
            </a:endParaRP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p:pic>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989337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4409440" y="118845"/>
            <a:ext cx="506844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cs typeface="Calibri"/>
              </a:rPr>
              <a:t>Aspectos Ergonômicos</a:t>
            </a:r>
          </a:p>
        </p:txBody>
      </p:sp>
      <p:sp>
        <p:nvSpPr>
          <p:cNvPr id="15" name="Rectangle 14"/>
          <p:cNvSpPr/>
          <p:nvPr/>
        </p:nvSpPr>
        <p:spPr>
          <a:xfrm>
            <a:off x="4409440" y="94351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2145122" y="1144475"/>
            <a:ext cx="875041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altLang="pt-BR" sz="2200" dirty="0">
                <a:latin typeface="Segoe UI Light" panose="020B0502040204020203" pitchFamily="34" charset="0"/>
                <a:cs typeface="Segoe UI Light" panose="020B0502040204020203" pitchFamily="34" charset="0"/>
              </a:rPr>
              <a:t>O trabalho em máquinas e equipamentos deve seguir a NR17</a:t>
            </a:r>
          </a:p>
          <a:p>
            <a:pPr marL="0" indent="0" algn="ctr">
              <a:buNone/>
            </a:pPr>
            <a:r>
              <a:rPr lang="pt-BR" altLang="pt-BR" sz="2200" dirty="0">
                <a:latin typeface="Segoe UI Light" panose="020B0502040204020203" pitchFamily="34" charset="0"/>
                <a:cs typeface="Segoe UI Light" panose="020B0502040204020203" pitchFamily="34" charset="0"/>
              </a:rPr>
              <a:t>Os projetos devem considerar a melhor condição ergonômica</a:t>
            </a:r>
          </a:p>
          <a:p>
            <a:pPr marL="0" indent="0">
              <a:buNone/>
            </a:pPr>
            <a:endParaRPr lang="pt-BR" altLang="pt-BR" dirty="0">
              <a:latin typeface="Segoe UI Light" panose="020B0502040204020203" pitchFamily="34" charset="0"/>
              <a:cs typeface="Segoe UI Light" panose="020B0502040204020203" pitchFamily="34" charset="0"/>
            </a:endParaRPr>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Picture 17" descr="images (37)">
            <a:extLst>
              <a:ext uri="{FF2B5EF4-FFF2-40B4-BE49-F238E27FC236}">
                <a16:creationId xmlns:a16="http://schemas.microsoft.com/office/drawing/2014/main" id="{512422A5-4B50-4A69-9877-FC399B19C66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a:xfrm>
            <a:off x="6688396" y="2873420"/>
            <a:ext cx="4538500" cy="265438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4" descr="capa">
            <a:extLst>
              <a:ext uri="{FF2B5EF4-FFF2-40B4-BE49-F238E27FC236}">
                <a16:creationId xmlns:a16="http://schemas.microsoft.com/office/drawing/2014/main" id="{C1767F3F-3A0A-4171-86ED-A10981B522C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39855" y="2347009"/>
            <a:ext cx="4115878" cy="3542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68275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3" grpId="0"/>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55038" y="28381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Riscos Adicionais</a:t>
            </a:r>
          </a:p>
        </p:txBody>
      </p:sp>
      <p:sp>
        <p:nvSpPr>
          <p:cNvPr id="21" name="Rectangle 20"/>
          <p:cNvSpPr/>
          <p:nvPr/>
        </p:nvSpPr>
        <p:spPr>
          <a:xfrm>
            <a:off x="612308" y="10533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104297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Devem ser considerados os seguintes riscos:</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b="1" dirty="0">
                <a:solidFill>
                  <a:schemeClr val="bg1"/>
                </a:solidFill>
                <a:latin typeface="Segoe UI Light" panose="020B0502040204020203" pitchFamily="34" charset="0"/>
                <a:cs typeface="Segoe UI Light" panose="020B0502040204020203" pitchFamily="34" charset="0"/>
              </a:rPr>
              <a:t>Substancias perigosas</a:t>
            </a:r>
          </a:p>
          <a:p>
            <a:pPr algn="just"/>
            <a:r>
              <a:rPr lang="pt-BR" altLang="pt-BR" sz="2400" b="1" dirty="0">
                <a:solidFill>
                  <a:schemeClr val="bg1"/>
                </a:solidFill>
                <a:latin typeface="Segoe UI Light" panose="020B0502040204020203" pitchFamily="34" charset="0"/>
                <a:cs typeface="Segoe UI Light" panose="020B0502040204020203" pitchFamily="34" charset="0"/>
              </a:rPr>
              <a:t>Radiações ionizantes</a:t>
            </a:r>
          </a:p>
          <a:p>
            <a:pPr algn="just"/>
            <a:r>
              <a:rPr lang="pt-BR" altLang="pt-BR" sz="2400" b="1" dirty="0">
                <a:solidFill>
                  <a:schemeClr val="bg1"/>
                </a:solidFill>
                <a:latin typeface="Segoe UI Light" panose="020B0502040204020203" pitchFamily="34" charset="0"/>
                <a:cs typeface="Segoe UI Light" panose="020B0502040204020203" pitchFamily="34" charset="0"/>
              </a:rPr>
              <a:t>Radiações não ionizantes</a:t>
            </a:r>
          </a:p>
          <a:p>
            <a:pPr algn="just"/>
            <a:r>
              <a:rPr lang="pt-BR" altLang="pt-BR" sz="2400" b="1" dirty="0">
                <a:solidFill>
                  <a:schemeClr val="bg1"/>
                </a:solidFill>
                <a:latin typeface="Segoe UI Light" panose="020B0502040204020203" pitchFamily="34" charset="0"/>
                <a:cs typeface="Segoe UI Light" panose="020B0502040204020203" pitchFamily="34" charset="0"/>
              </a:rPr>
              <a:t>Vibrações</a:t>
            </a:r>
          </a:p>
          <a:p>
            <a:pPr algn="just"/>
            <a:r>
              <a:rPr lang="pt-BR" altLang="pt-BR" sz="2400" b="1" dirty="0">
                <a:solidFill>
                  <a:schemeClr val="bg1"/>
                </a:solidFill>
                <a:latin typeface="Segoe UI Light" panose="020B0502040204020203" pitchFamily="34" charset="0"/>
                <a:cs typeface="Segoe UI Light" panose="020B0502040204020203" pitchFamily="34" charset="0"/>
              </a:rPr>
              <a:t>Ruído</a:t>
            </a:r>
          </a:p>
          <a:p>
            <a:pPr algn="just"/>
            <a:r>
              <a:rPr lang="pt-BR" altLang="pt-BR" sz="2400" b="1" dirty="0">
                <a:solidFill>
                  <a:schemeClr val="bg1"/>
                </a:solidFill>
                <a:latin typeface="Segoe UI Light" panose="020B0502040204020203" pitchFamily="34" charset="0"/>
                <a:cs typeface="Segoe UI Light" panose="020B0502040204020203" pitchFamily="34" charset="0"/>
              </a:rPr>
              <a:t>Calor</a:t>
            </a:r>
          </a:p>
          <a:p>
            <a:pPr algn="just"/>
            <a:r>
              <a:rPr lang="pt-BR" altLang="pt-BR" sz="2400" b="1" dirty="0">
                <a:solidFill>
                  <a:schemeClr val="bg1"/>
                </a:solidFill>
                <a:latin typeface="Segoe UI Light" panose="020B0502040204020203" pitchFamily="34" charset="0"/>
                <a:cs typeface="Segoe UI Light" panose="020B0502040204020203" pitchFamily="34" charset="0"/>
              </a:rPr>
              <a:t>Combustíveis, inflamáveis</a:t>
            </a:r>
          </a:p>
          <a:p>
            <a:pPr algn="just"/>
            <a:r>
              <a:rPr lang="pt-BR" altLang="pt-BR" sz="2400" b="1" dirty="0">
                <a:solidFill>
                  <a:schemeClr val="bg1"/>
                </a:solidFill>
                <a:latin typeface="Segoe UI Light" panose="020B0502040204020203" pitchFamily="34" charset="0"/>
                <a:cs typeface="Segoe UI Light" panose="020B0502040204020203" pitchFamily="34" charset="0"/>
              </a:rPr>
              <a:t>Superfícies aquecidas</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23970" y="5849340"/>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0" name="Imagem 9">
            <a:extLst>
              <a:ext uri="{FF2B5EF4-FFF2-40B4-BE49-F238E27FC236}">
                <a16:creationId xmlns:a16="http://schemas.microsoft.com/office/drawing/2014/main" id="{E6DF12E9-6B39-4885-BECD-006ADBB4207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8053" y="1590868"/>
            <a:ext cx="5584934" cy="3966113"/>
          </a:xfrm>
          <a:prstGeom prst="rect">
            <a:avLst/>
          </a:prstGeom>
        </p:spPr>
      </p:pic>
    </p:spTree>
    <p:extLst>
      <p:ext uri="{BB962C8B-B14F-4D97-AF65-F5344CB8AC3E}">
        <p14:creationId xmlns:p14="http://schemas.microsoft.com/office/powerpoint/2010/main" val="13777549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375482" y="279765"/>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Manutenção, inspeção, preparação, ajuste, reparo e limpeza de Segurança</a:t>
            </a:r>
          </a:p>
        </p:txBody>
      </p:sp>
      <p:sp>
        <p:nvSpPr>
          <p:cNvPr id="21" name="Rectangle 20"/>
          <p:cNvSpPr/>
          <p:nvPr/>
        </p:nvSpPr>
        <p:spPr>
          <a:xfrm>
            <a:off x="494435" y="9781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34064" y="1197810"/>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devem ter manutenção periódica e registro contendo :</a:t>
            </a:r>
          </a:p>
          <a:p>
            <a:pPr marL="0" indent="0">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r>
              <a:rPr lang="pt-BR" altLang="pt-BR" sz="2400" b="1" dirty="0">
                <a:solidFill>
                  <a:schemeClr val="bg1"/>
                </a:solidFill>
                <a:latin typeface="Segoe UI Light" panose="020B0502040204020203" pitchFamily="34" charset="0"/>
                <a:cs typeface="Segoe UI Light" panose="020B0502040204020203" pitchFamily="34" charset="0"/>
              </a:rPr>
              <a:t>Intervenção realizada</a:t>
            </a:r>
          </a:p>
          <a:p>
            <a:r>
              <a:rPr lang="pt-BR" altLang="pt-BR" sz="2400" b="1" dirty="0">
                <a:solidFill>
                  <a:schemeClr val="bg1"/>
                </a:solidFill>
                <a:latin typeface="Segoe UI Light" panose="020B0502040204020203" pitchFamily="34" charset="0"/>
                <a:cs typeface="Segoe UI Light" panose="020B0502040204020203" pitchFamily="34" charset="0"/>
              </a:rPr>
              <a:t>Data da realização</a:t>
            </a:r>
          </a:p>
          <a:p>
            <a:r>
              <a:rPr lang="pt-BR" altLang="pt-BR" sz="2400" b="1" dirty="0">
                <a:solidFill>
                  <a:schemeClr val="bg1"/>
                </a:solidFill>
                <a:latin typeface="Segoe UI Light" panose="020B0502040204020203" pitchFamily="34" charset="0"/>
                <a:cs typeface="Segoe UI Light" panose="020B0502040204020203" pitchFamily="34" charset="0"/>
              </a:rPr>
              <a:t>Serviço realizado</a:t>
            </a:r>
          </a:p>
          <a:p>
            <a:r>
              <a:rPr lang="pt-BR" altLang="pt-BR" sz="2400" b="1" dirty="0">
                <a:solidFill>
                  <a:schemeClr val="bg1"/>
                </a:solidFill>
                <a:latin typeface="Segoe UI Light" panose="020B0502040204020203" pitchFamily="34" charset="0"/>
                <a:cs typeface="Segoe UI Light" panose="020B0502040204020203" pitchFamily="34" charset="0"/>
              </a:rPr>
              <a:t>Peças reparadas ou substituídas</a:t>
            </a:r>
          </a:p>
          <a:p>
            <a:r>
              <a:rPr lang="pt-BR" altLang="pt-BR" sz="2400" b="1" dirty="0">
                <a:solidFill>
                  <a:schemeClr val="bg1"/>
                </a:solidFill>
                <a:latin typeface="Segoe UI Light" panose="020B0502040204020203" pitchFamily="34" charset="0"/>
                <a:cs typeface="Segoe UI Light" panose="020B0502040204020203" pitchFamily="34" charset="0"/>
              </a:rPr>
              <a:t>Condições de Segurança</a:t>
            </a:r>
          </a:p>
          <a:p>
            <a:r>
              <a:rPr lang="pt-BR" altLang="pt-BR" sz="2400" b="1" dirty="0">
                <a:solidFill>
                  <a:schemeClr val="bg1"/>
                </a:solidFill>
                <a:latin typeface="Segoe UI Light" panose="020B0502040204020203" pitchFamily="34" charset="0"/>
                <a:cs typeface="Segoe UI Light" panose="020B0502040204020203" pitchFamily="34" charset="0"/>
              </a:rPr>
              <a:t>Indicação condições de segurança</a:t>
            </a:r>
          </a:p>
          <a:p>
            <a:r>
              <a:rPr lang="pt-BR" altLang="pt-BR" sz="2400" b="1" dirty="0">
                <a:solidFill>
                  <a:schemeClr val="bg1"/>
                </a:solidFill>
                <a:latin typeface="Segoe UI Light" panose="020B0502040204020203" pitchFamily="34" charset="0"/>
                <a:cs typeface="Segoe UI Light" panose="020B0502040204020203" pitchFamily="34" charset="0"/>
              </a:rPr>
              <a:t>Nome do responsável</a:t>
            </a:r>
          </a:p>
        </p:txBody>
      </p:sp>
      <p:pic>
        <p:nvPicPr>
          <p:cNvPr id="10" name="Imagem 9">
            <a:extLst>
              <a:ext uri="{FF2B5EF4-FFF2-40B4-BE49-F238E27FC236}">
                <a16:creationId xmlns:a16="http://schemas.microsoft.com/office/drawing/2014/main" id="{A5E94F1B-954F-4F5B-8616-F1565C36D28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2307" y="2677355"/>
            <a:ext cx="5820243" cy="3722789"/>
          </a:xfrm>
          <a:prstGeom prst="rect">
            <a:avLst/>
          </a:prstGeom>
        </p:spPr>
      </p:pic>
    </p:spTree>
    <p:extLst>
      <p:ext uri="{BB962C8B-B14F-4D97-AF65-F5344CB8AC3E}">
        <p14:creationId xmlns:p14="http://schemas.microsoft.com/office/powerpoint/2010/main" val="11471664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m 10">
            <a:extLst>
              <a:ext uri="{FF2B5EF4-FFF2-40B4-BE49-F238E27FC236}">
                <a16:creationId xmlns:a16="http://schemas.microsoft.com/office/drawing/2014/main" id="{C01FDC39-9A77-482C-8FD2-5E4BBE8CA44F}"/>
              </a:ext>
            </a:extLst>
          </p:cNvPr>
          <p:cNvPicPr>
            <a:picLocks noChangeAspect="1"/>
          </p:cNvPicPr>
          <p:nvPr/>
        </p:nvPicPr>
        <p:blipFill>
          <a:blip r:embed="rId2"/>
          <a:stretch>
            <a:fillRect/>
          </a:stretch>
        </p:blipFill>
        <p:spPr>
          <a:xfrm>
            <a:off x="658861" y="1913792"/>
            <a:ext cx="5826107" cy="4511757"/>
          </a:xfrm>
          <a:prstGeom prst="rect">
            <a:avLst/>
          </a:prstGeom>
        </p:spPr>
      </p:pic>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8450" y="296076"/>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Manutenção, inspeção, preparação, ajuste, reparo e limpeza</a:t>
            </a:r>
          </a:p>
        </p:txBody>
      </p:sp>
      <p:sp>
        <p:nvSpPr>
          <p:cNvPr id="21" name="Rectangle 20"/>
          <p:cNvSpPr/>
          <p:nvPr/>
        </p:nvSpPr>
        <p:spPr>
          <a:xfrm>
            <a:off x="355720" y="106559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307388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Documentação que deve estar disponível.</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95290" y="5982220"/>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1944168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375482" y="279765"/>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Manutenção, inspeção, preparação, ajuste, reparo e limpeza</a:t>
            </a:r>
          </a:p>
        </p:txBody>
      </p:sp>
      <p:sp>
        <p:nvSpPr>
          <p:cNvPr id="21" name="Rectangle 20"/>
          <p:cNvSpPr/>
          <p:nvPr/>
        </p:nvSpPr>
        <p:spPr>
          <a:xfrm>
            <a:off x="494435" y="9781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34064" y="911945"/>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Procedimentos para manutenção segura:</a:t>
            </a:r>
          </a:p>
          <a:p>
            <a:pPr marL="0" indent="0">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r>
              <a:rPr lang="pt-BR" altLang="pt-BR" sz="2400" b="1" dirty="0">
                <a:solidFill>
                  <a:schemeClr val="bg1"/>
                </a:solidFill>
                <a:latin typeface="Segoe UI Light" panose="020B0502040204020203" pitchFamily="34" charset="0"/>
                <a:cs typeface="Segoe UI Light" panose="020B0502040204020203" pitchFamily="34" charset="0"/>
              </a:rPr>
              <a:t>Isolamento e descarga de todas as fontes de energia</a:t>
            </a:r>
          </a:p>
          <a:p>
            <a:r>
              <a:rPr lang="pt-BR" altLang="pt-BR" sz="2400" b="1" dirty="0">
                <a:solidFill>
                  <a:schemeClr val="bg1"/>
                </a:solidFill>
                <a:latin typeface="Segoe UI Light" panose="020B0502040204020203" pitchFamily="34" charset="0"/>
                <a:cs typeface="Segoe UI Light" panose="020B0502040204020203" pitchFamily="34" charset="0"/>
              </a:rPr>
              <a:t>Bloqueio mecânico na posição desligado/fechado</a:t>
            </a:r>
          </a:p>
          <a:p>
            <a:r>
              <a:rPr lang="pt-BR" altLang="pt-BR" sz="2400" b="1" dirty="0">
                <a:solidFill>
                  <a:schemeClr val="bg1"/>
                </a:solidFill>
                <a:latin typeface="Segoe UI Light" panose="020B0502040204020203" pitchFamily="34" charset="0"/>
                <a:cs typeface="Segoe UI Light" panose="020B0502040204020203" pitchFamily="34" charset="0"/>
              </a:rPr>
              <a:t>Proteção à jusante dos pontos de corte de energia</a:t>
            </a:r>
          </a:p>
          <a:p>
            <a:r>
              <a:rPr lang="pt-BR" altLang="pt-BR" sz="2400" b="1" dirty="0">
                <a:solidFill>
                  <a:schemeClr val="bg1"/>
                </a:solidFill>
                <a:latin typeface="Segoe UI Light" panose="020B0502040204020203" pitchFamily="34" charset="0"/>
                <a:cs typeface="Segoe UI Light" panose="020B0502040204020203" pitchFamily="34" charset="0"/>
              </a:rPr>
              <a:t>Medidas adicionais de segurança</a:t>
            </a:r>
          </a:p>
          <a:p>
            <a:r>
              <a:rPr lang="pt-BR" altLang="pt-BR" sz="2400" b="1" dirty="0">
                <a:solidFill>
                  <a:schemeClr val="bg1"/>
                </a:solidFill>
                <a:latin typeface="Segoe UI Light" panose="020B0502040204020203" pitchFamily="34" charset="0"/>
                <a:cs typeface="Segoe UI Light" panose="020B0502040204020203" pitchFamily="34" charset="0"/>
              </a:rPr>
              <a:t>Sistemas de retenção com trava mecânica  (partes basculantes)</a:t>
            </a:r>
          </a:p>
        </p:txBody>
      </p:sp>
      <p:pic>
        <p:nvPicPr>
          <p:cNvPr id="11" name="Picture 8" descr="etiq1">
            <a:hlinkClick r:id="rId2" action="ppaction://hlinkfile"/>
            <a:extLst>
              <a:ext uri="{FF2B5EF4-FFF2-40B4-BE49-F238E27FC236}">
                <a16:creationId xmlns:a16="http://schemas.microsoft.com/office/drawing/2014/main" id="{7713E854-CE8B-4454-B14B-B9D1AAD5B04C}"/>
              </a:ext>
            </a:extLst>
          </p:cNvPr>
          <p:cNvPicPr>
            <a:picLocks noChangeAspect="1" noChangeArrowheads="1"/>
          </p:cNvPicPr>
          <p:nvPr/>
        </p:nvPicPr>
        <p:blipFill>
          <a:blip r:embed="rId3">
            <a:lum contrast="42000"/>
            <a:extLst>
              <a:ext uri="{28A0092B-C50C-407E-A947-70E740481C1C}">
                <a14:useLocalDpi xmlns:a14="http://schemas.microsoft.com/office/drawing/2010/main"/>
              </a:ext>
            </a:extLst>
          </a:blip>
          <a:srcRect/>
          <a:stretch>
            <a:fillRect/>
          </a:stretch>
        </p:blipFill>
        <p:spPr bwMode="auto">
          <a:xfrm>
            <a:off x="789158" y="2293593"/>
            <a:ext cx="2815760" cy="3436321"/>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2" name="Picture 75" descr="bloq5">
            <a:extLst>
              <a:ext uri="{FF2B5EF4-FFF2-40B4-BE49-F238E27FC236}">
                <a16:creationId xmlns:a16="http://schemas.microsoft.com/office/drawing/2014/main" id="{3A438A3C-5CE6-42F2-A12E-A334E16DCF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624805" y="2293592"/>
            <a:ext cx="2853441" cy="343632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6457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ço Reservado para Imagem 6" descr="Uma imagem contendo Texto&#10;&#10;Descrição gerada automaticamente">
            <a:extLst>
              <a:ext uri="{FF2B5EF4-FFF2-40B4-BE49-F238E27FC236}">
                <a16:creationId xmlns:a16="http://schemas.microsoft.com/office/drawing/2014/main" id="{2BE55159-F0C6-4805-AC85-36F88C70A654}"/>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408" r="-452"/>
          <a:stretch/>
        </p:blipFill>
        <p:spPr>
          <a:xfrm>
            <a:off x="4563679" y="2137126"/>
            <a:ext cx="3318683" cy="2784766"/>
          </a:xfrm>
        </p:spPr>
      </p:pic>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sinalização</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37444" y="3676406"/>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207136" y="563949"/>
            <a:ext cx="4086434"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dirty="0">
                <a:solidFill>
                  <a:schemeClr val="bg1"/>
                </a:solidFill>
                <a:latin typeface="Segoe UI Light" panose="020B0502040204020203" pitchFamily="34" charset="0"/>
                <a:cs typeface="Segoe UI Light" panose="020B0502040204020203" pitchFamily="34" charset="0"/>
              </a:rPr>
              <a:t>Informar riscos</a:t>
            </a:r>
          </a:p>
          <a:p>
            <a:pPr algn="just"/>
            <a:r>
              <a:rPr lang="pt-BR" altLang="pt-BR" sz="2400" dirty="0">
                <a:solidFill>
                  <a:schemeClr val="bg1"/>
                </a:solidFill>
                <a:latin typeface="Segoe UI Light" panose="020B0502040204020203" pitchFamily="34" charset="0"/>
                <a:cs typeface="Segoe UI Light" panose="020B0502040204020203" pitchFamily="34" charset="0"/>
              </a:rPr>
              <a:t>Informar instruções de segurança</a:t>
            </a:r>
          </a:p>
          <a:p>
            <a:pPr algn="just"/>
            <a:r>
              <a:rPr lang="pt-BR" altLang="pt-BR" sz="2400" dirty="0">
                <a:solidFill>
                  <a:schemeClr val="bg1"/>
                </a:solidFill>
                <a:latin typeface="Segoe UI Light" panose="020B0502040204020203" pitchFamily="34" charset="0"/>
                <a:cs typeface="Segoe UI Light" panose="020B0502040204020203" pitchFamily="34" charset="0"/>
              </a:rPr>
              <a:t>Ficar destacada na máquina</a:t>
            </a:r>
          </a:p>
          <a:p>
            <a:pPr algn="just"/>
            <a:r>
              <a:rPr lang="pt-BR" altLang="pt-BR" sz="2400" dirty="0">
                <a:solidFill>
                  <a:schemeClr val="bg1"/>
                </a:solidFill>
                <a:latin typeface="Segoe UI Light" panose="020B0502040204020203" pitchFamily="34" charset="0"/>
                <a:cs typeface="Segoe UI Light" panose="020B0502040204020203" pitchFamily="34" charset="0"/>
              </a:rPr>
              <a:t>Local claramente visível</a:t>
            </a:r>
          </a:p>
          <a:p>
            <a:pPr algn="just"/>
            <a:r>
              <a:rPr lang="pt-BR" altLang="pt-BR" sz="2400" dirty="0">
                <a:solidFill>
                  <a:schemeClr val="bg1"/>
                </a:solidFill>
                <a:latin typeface="Segoe UI Light" panose="020B0502040204020203" pitchFamily="34" charset="0"/>
                <a:cs typeface="Segoe UI Light" panose="020B0502040204020203" pitchFamily="34" charset="0"/>
              </a:rPr>
              <a:t>Ser de fácil compreensão</a:t>
            </a:r>
          </a:p>
          <a:p>
            <a:pPr algn="just"/>
            <a:r>
              <a:rPr lang="pt-BR" altLang="pt-BR" sz="2400" dirty="0">
                <a:solidFill>
                  <a:schemeClr val="bg1"/>
                </a:solidFill>
                <a:latin typeface="Segoe UI Light" panose="020B0502040204020203" pitchFamily="34" charset="0"/>
                <a:cs typeface="Segoe UI Light" panose="020B0502040204020203" pitchFamily="34" charset="0"/>
              </a:rPr>
              <a:t>Escrita na língua portuguesa</a:t>
            </a:r>
          </a:p>
          <a:p>
            <a:pPr algn="just"/>
            <a:r>
              <a:rPr lang="pt-BR" altLang="pt-BR" sz="2400" dirty="0">
                <a:solidFill>
                  <a:schemeClr val="bg1"/>
                </a:solidFill>
                <a:latin typeface="Segoe UI Light" panose="020B0502040204020203" pitchFamily="34" charset="0"/>
                <a:cs typeface="Segoe UI Light" panose="020B0502040204020203" pitchFamily="34" charset="0"/>
              </a:rPr>
              <a:t>Devem ser específicas e não apenas  “Perigo”</a:t>
            </a:r>
          </a:p>
          <a:p>
            <a:pPr algn="just"/>
            <a:r>
              <a:rPr lang="pt-BR" altLang="pt-BR" sz="2400" dirty="0">
                <a:solidFill>
                  <a:schemeClr val="bg1"/>
                </a:solidFill>
                <a:latin typeface="Segoe UI Light" panose="020B0502040204020203" pitchFamily="34" charset="0"/>
                <a:cs typeface="Segoe UI Light" panose="020B0502040204020203" pitchFamily="34" charset="0"/>
              </a:rPr>
              <a:t>Possuir placa com dados dos equipamentos </a:t>
            </a:r>
          </a:p>
          <a:p>
            <a:pPr marL="0" indent="0" algn="just">
              <a:buNone/>
            </a:pPr>
            <a:endParaRPr lang="pt-BR" sz="4800"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43546973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FBF94537-FD66-4D75-87F9-0546AB0ADAF1}"/>
              </a:ext>
            </a:extLst>
          </p:cNvPr>
          <p:cNvPicPr>
            <a:picLocks noChangeAspect="1"/>
          </p:cNvPicPr>
          <p:nvPr/>
        </p:nvPicPr>
        <p:blipFill>
          <a:blip r:embed="rId2"/>
          <a:stretch>
            <a:fillRect/>
          </a:stretch>
        </p:blipFill>
        <p:spPr>
          <a:xfrm>
            <a:off x="1661873" y="1700604"/>
            <a:ext cx="8868254" cy="4929745"/>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4323048" y="1156566"/>
            <a:ext cx="3669485"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Exemplo de sinalização</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sinalização</a:t>
            </a:r>
          </a:p>
        </p:txBody>
      </p:sp>
      <p:sp>
        <p:nvSpPr>
          <p:cNvPr id="11" name="Rectangle 20">
            <a:extLst>
              <a:ext uri="{FF2B5EF4-FFF2-40B4-BE49-F238E27FC236}">
                <a16:creationId xmlns:a16="http://schemas.microsoft.com/office/drawing/2014/main" id="{EEF87BC9-18C0-452C-995C-59500B02B325}"/>
              </a:ext>
            </a:extLst>
          </p:cNvPr>
          <p:cNvSpPr/>
          <p:nvPr/>
        </p:nvSpPr>
        <p:spPr>
          <a:xfrm>
            <a:off x="4824761" y="104697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1782347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46894" y="347228"/>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manuais</a:t>
            </a:r>
            <a:endParaRPr lang="pt-BR" sz="4400" dirty="0">
              <a:solidFill>
                <a:schemeClr val="tx1">
                  <a:lumMod val="65000"/>
                  <a:lumOff val="35000"/>
                </a:schemeClr>
              </a:solidFill>
              <a:latin typeface="Bebas Neue" panose="020B0606020202050201" pitchFamily="34" charset="0"/>
            </a:endParaRPr>
          </a:p>
        </p:txBody>
      </p:sp>
      <p:sp>
        <p:nvSpPr>
          <p:cNvPr id="21" name="Rectangle 20"/>
          <p:cNvSpPr/>
          <p:nvPr/>
        </p:nvSpPr>
        <p:spPr>
          <a:xfrm>
            <a:off x="604164" y="111674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45978" y="65664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algn="just"/>
            <a:r>
              <a:rPr lang="pt-BR" altLang="pt-BR" sz="2400" b="1" dirty="0">
                <a:solidFill>
                  <a:schemeClr val="bg1"/>
                </a:solidFill>
                <a:latin typeface="Segoe UI Light" panose="020B0502040204020203" pitchFamily="34" charset="0"/>
                <a:cs typeface="Segoe UI Light" panose="020B0502040204020203" pitchFamily="34" charset="0"/>
              </a:rPr>
              <a:t>Ser escrito língua portuguesa</a:t>
            </a:r>
          </a:p>
          <a:p>
            <a:pPr algn="just"/>
            <a:r>
              <a:rPr lang="pt-BR" altLang="pt-BR" sz="2400" b="1" dirty="0">
                <a:solidFill>
                  <a:schemeClr val="bg1"/>
                </a:solidFill>
                <a:latin typeface="Segoe UI Light" panose="020B0502040204020203" pitchFamily="34" charset="0"/>
                <a:cs typeface="Segoe UI Light" panose="020B0502040204020203" pitchFamily="34" charset="0"/>
              </a:rPr>
              <a:t>Ser objetivos , claros</a:t>
            </a:r>
          </a:p>
          <a:p>
            <a:pPr algn="just"/>
            <a:r>
              <a:rPr lang="pt-BR" altLang="pt-BR" sz="2400" b="1" dirty="0">
                <a:solidFill>
                  <a:schemeClr val="bg1"/>
                </a:solidFill>
                <a:latin typeface="Segoe UI Light" panose="020B0502040204020203" pitchFamily="34" charset="0"/>
                <a:cs typeface="Segoe UI Light" panose="020B0502040204020203" pitchFamily="34" charset="0"/>
              </a:rPr>
              <a:t>Ter sinais ou avisos referente a segurança (realçado)</a:t>
            </a:r>
          </a:p>
          <a:p>
            <a:pPr algn="just"/>
            <a:r>
              <a:rPr lang="pt-BR" altLang="pt-BR" sz="2400" b="1" dirty="0">
                <a:solidFill>
                  <a:schemeClr val="bg1"/>
                </a:solidFill>
                <a:latin typeface="Segoe UI Light" panose="020B0502040204020203" pitchFamily="34" charset="0"/>
                <a:cs typeface="Segoe UI Light" panose="020B0502040204020203" pitchFamily="34" charset="0"/>
              </a:rPr>
              <a:t>Permanecer disponíveis a todos usuários nos locais de trabalho</a:t>
            </a:r>
          </a:p>
          <a:p>
            <a:pPr marL="0" indent="0" algn="just">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pPr marL="0" indent="0" algn="just">
              <a:buNone/>
            </a:pPr>
            <a:r>
              <a:rPr lang="pt-BR" altLang="pt-BR" sz="2400" b="1" dirty="0" err="1">
                <a:solidFill>
                  <a:schemeClr val="bg1"/>
                </a:solidFill>
                <a:latin typeface="Segoe UI Light" panose="020B0502040204020203" pitchFamily="34" charset="0"/>
                <a:cs typeface="Segoe UI Light" panose="020B0502040204020203" pitchFamily="34" charset="0"/>
              </a:rPr>
              <a:t>Obs</a:t>
            </a:r>
            <a:r>
              <a:rPr lang="pt-BR" altLang="pt-BR" sz="2400" b="1" dirty="0">
                <a:solidFill>
                  <a:schemeClr val="bg1"/>
                </a:solidFill>
                <a:latin typeface="Segoe UI Light" panose="020B0502040204020203" pitchFamily="34" charset="0"/>
                <a:cs typeface="Segoe UI Light" panose="020B0502040204020203" pitchFamily="34" charset="0"/>
              </a:rPr>
              <a:t> : </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Em caso de extravio deve ser reconstituído por profissional habilitado</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95290" y="5982220"/>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0" name="Imagem 9">
            <a:extLst>
              <a:ext uri="{FF2B5EF4-FFF2-40B4-BE49-F238E27FC236}">
                <a16:creationId xmlns:a16="http://schemas.microsoft.com/office/drawing/2014/main" id="{CCF437B1-8C25-453A-988E-1A451C79DA0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909" y="1645623"/>
            <a:ext cx="5849417" cy="4094592"/>
          </a:xfrm>
          <a:prstGeom prst="rect">
            <a:avLst/>
          </a:prstGeom>
        </p:spPr>
      </p:pic>
    </p:spTree>
    <p:extLst>
      <p:ext uri="{BB962C8B-B14F-4D97-AF65-F5344CB8AC3E}">
        <p14:creationId xmlns:p14="http://schemas.microsoft.com/office/powerpoint/2010/main" val="21262142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Procedimentos de trabalho e segurança</a:t>
            </a:r>
          </a:p>
        </p:txBody>
      </p:sp>
      <p:sp>
        <p:nvSpPr>
          <p:cNvPr id="11" name="Rectangle 20">
            <a:extLst>
              <a:ext uri="{FF2B5EF4-FFF2-40B4-BE49-F238E27FC236}">
                <a16:creationId xmlns:a16="http://schemas.microsoft.com/office/drawing/2014/main" id="{EEF87BC9-18C0-452C-995C-59500B02B325}"/>
              </a:ext>
            </a:extLst>
          </p:cNvPr>
          <p:cNvSpPr/>
          <p:nvPr/>
        </p:nvSpPr>
        <p:spPr>
          <a:xfrm>
            <a:off x="1731609" y="110680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ext Placeholder 4">
            <a:extLst>
              <a:ext uri="{FF2B5EF4-FFF2-40B4-BE49-F238E27FC236}">
                <a16:creationId xmlns:a16="http://schemas.microsoft.com/office/drawing/2014/main" id="{48C0F415-6169-47DA-A888-E8719C65A720}"/>
              </a:ext>
            </a:extLst>
          </p:cNvPr>
          <p:cNvSpPr txBox="1">
            <a:spLocks/>
          </p:cNvSpPr>
          <p:nvPr/>
        </p:nvSpPr>
        <p:spPr>
          <a:xfrm>
            <a:off x="720010" y="1282944"/>
            <a:ext cx="1092591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b="1" dirty="0">
                <a:solidFill>
                  <a:srgbClr val="000000"/>
                </a:solidFill>
                <a:latin typeface="Segoe UI Light" panose="020B0502040204020203" pitchFamily="34" charset="0"/>
                <a:cs typeface="Segoe UI Light" panose="020B0502040204020203" pitchFamily="34" charset="0"/>
              </a:rPr>
              <a:t>Características:</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Procedimentos específicos e padronizados</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Operador deve realizar inspeção rotineira no início de cada turno (</a:t>
            </a:r>
            <a:r>
              <a:rPr lang="pt-BR" sz="2400" dirty="0" err="1">
                <a:solidFill>
                  <a:srgbClr val="000000"/>
                </a:solidFill>
                <a:latin typeface="Segoe UI Light" panose="020B0502040204020203" pitchFamily="34" charset="0"/>
                <a:cs typeface="Segoe UI Light" panose="020B0502040204020203" pitchFamily="34" charset="0"/>
              </a:rPr>
              <a:t>check</a:t>
            </a:r>
            <a:r>
              <a:rPr lang="pt-BR" sz="2400" dirty="0">
                <a:solidFill>
                  <a:srgbClr val="000000"/>
                </a:solidFill>
                <a:latin typeface="Segoe UI Light" panose="020B0502040204020203" pitchFamily="34" charset="0"/>
                <a:cs typeface="Segoe UI Light" panose="020B0502040204020203" pitchFamily="34" charset="0"/>
              </a:rPr>
              <a:t> </a:t>
            </a:r>
            <a:r>
              <a:rPr lang="pt-BR" sz="2400" dirty="0" err="1">
                <a:solidFill>
                  <a:srgbClr val="000000"/>
                </a:solidFill>
                <a:latin typeface="Segoe UI Light" panose="020B0502040204020203" pitchFamily="34" charset="0"/>
                <a:cs typeface="Segoe UI Light" panose="020B0502040204020203" pitchFamily="34" charset="0"/>
              </a:rPr>
              <a:t>list</a:t>
            </a:r>
            <a:r>
              <a:rPr lang="pt-BR" sz="2400" dirty="0">
                <a:solidFill>
                  <a:srgbClr val="000000"/>
                </a:solidFill>
                <a:latin typeface="Segoe UI Light" panose="020B0502040204020203" pitchFamily="34" charset="0"/>
                <a:cs typeface="Segoe UI Light" panose="020B0502040204020203" pitchFamily="34" charset="0"/>
              </a:rPr>
              <a:t> </a:t>
            </a:r>
            <a:r>
              <a:rPr lang="pt-BR" sz="2400" dirty="0" err="1">
                <a:solidFill>
                  <a:srgbClr val="000000"/>
                </a:solidFill>
                <a:latin typeface="Segoe UI Light" panose="020B0502040204020203" pitchFamily="34" charset="0"/>
                <a:cs typeface="Segoe UI Light" panose="020B0502040204020203" pitchFamily="34" charset="0"/>
              </a:rPr>
              <a:t>pré-uso</a:t>
            </a:r>
            <a:r>
              <a:rPr lang="pt-BR" sz="2400" dirty="0">
                <a:solidFill>
                  <a:srgbClr val="000000"/>
                </a:solidFill>
                <a:latin typeface="Segoe UI Light" panose="020B0502040204020203" pitchFamily="34" charset="0"/>
                <a:cs typeface="Segoe UI Light" panose="020B0502040204020203" pitchFamily="34" charset="0"/>
              </a:rPr>
              <a:t>)</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pic>
        <p:nvPicPr>
          <p:cNvPr id="14" name="Imagem 13">
            <a:extLst>
              <a:ext uri="{FF2B5EF4-FFF2-40B4-BE49-F238E27FC236}">
                <a16:creationId xmlns:a16="http://schemas.microsoft.com/office/drawing/2014/main" id="{24D1FA00-976F-4BC4-8124-AD6BE83D74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49892" y="3459927"/>
            <a:ext cx="5163449" cy="2390485"/>
          </a:xfrm>
          <a:prstGeom prst="rect">
            <a:avLst/>
          </a:prstGeom>
        </p:spPr>
      </p:pic>
      <p:pic>
        <p:nvPicPr>
          <p:cNvPr id="16" name="Imagem 15">
            <a:extLst>
              <a:ext uri="{FF2B5EF4-FFF2-40B4-BE49-F238E27FC236}">
                <a16:creationId xmlns:a16="http://schemas.microsoft.com/office/drawing/2014/main" id="{712EF2F6-D4DC-45E0-9172-C0716AA03327}"/>
              </a:ext>
            </a:extLst>
          </p:cNvPr>
          <p:cNvPicPr>
            <a:picLocks noChangeAspect="1"/>
          </p:cNvPicPr>
          <p:nvPr/>
        </p:nvPicPr>
        <p:blipFill>
          <a:blip r:embed="rId3"/>
          <a:stretch>
            <a:fillRect/>
          </a:stretch>
        </p:blipFill>
        <p:spPr>
          <a:xfrm>
            <a:off x="7153829" y="3459927"/>
            <a:ext cx="3760259" cy="2343542"/>
          </a:xfrm>
          <a:prstGeom prst="rect">
            <a:avLst/>
          </a:prstGeom>
        </p:spPr>
      </p:pic>
    </p:spTree>
    <p:extLst>
      <p:ext uri="{BB962C8B-B14F-4D97-AF65-F5344CB8AC3E}">
        <p14:creationId xmlns:p14="http://schemas.microsoft.com/office/powerpoint/2010/main" val="12052250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27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1114425" y="1646613"/>
            <a:ext cx="11808691"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Projeto deve considerar a segurança intrínseca em todas as fases</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Projeto não deve permitir erros de montagem</a:t>
            </a:r>
          </a:p>
          <a:p>
            <a:pPr>
              <a:buClr>
                <a:schemeClr val="tx1"/>
              </a:buClr>
              <a:defRPr/>
            </a:pPr>
            <a:r>
              <a:rPr lang="pt-BR" sz="2400" dirty="0">
                <a:solidFill>
                  <a:srgbClr val="000000"/>
                </a:solidFill>
                <a:latin typeface="Segoe UI Light" panose="020B0502040204020203" pitchFamily="34" charset="0"/>
                <a:cs typeface="Segoe UI Light" panose="020B0502040204020203" pitchFamily="34" charset="0"/>
              </a:rPr>
              <a:t>Proibida a fabricação, importação, comercialização, leilão, locação ou cessão de máquinas e equipamentos que não atendem a NR</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sz="4000" b="1" dirty="0"/>
              <a:t>Projeto, fabricação, importação, venda, locação, leilão, cessão e exposição</a:t>
            </a:r>
          </a:p>
        </p:txBody>
      </p:sp>
      <p:sp>
        <p:nvSpPr>
          <p:cNvPr id="11" name="Rectangle 20">
            <a:extLst>
              <a:ext uri="{FF2B5EF4-FFF2-40B4-BE49-F238E27FC236}">
                <a16:creationId xmlns:a16="http://schemas.microsoft.com/office/drawing/2014/main" id="{EEF87BC9-18C0-452C-995C-59500B02B325}"/>
              </a:ext>
            </a:extLst>
          </p:cNvPr>
          <p:cNvSpPr/>
          <p:nvPr/>
        </p:nvSpPr>
        <p:spPr>
          <a:xfrm>
            <a:off x="1713280" y="105335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7" name="Imagem 16">
            <a:extLst>
              <a:ext uri="{FF2B5EF4-FFF2-40B4-BE49-F238E27FC236}">
                <a16:creationId xmlns:a16="http://schemas.microsoft.com/office/drawing/2014/main" id="{0AAE696A-C1B5-4FC0-8876-619178CD10B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24413" y="3509587"/>
            <a:ext cx="6743174" cy="3177163"/>
          </a:xfrm>
          <a:prstGeom prst="rect">
            <a:avLst/>
          </a:prstGeom>
        </p:spPr>
      </p:pic>
    </p:spTree>
    <p:extLst>
      <p:ext uri="{BB962C8B-B14F-4D97-AF65-F5344CB8AC3E}">
        <p14:creationId xmlns:p14="http://schemas.microsoft.com/office/powerpoint/2010/main" val="4948527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bg1"/>
                </a:solidFill>
                <a:latin typeface="Bebas Neue" panose="020B0606020202050201" pitchFamily="34" charset="0"/>
              </a:rPr>
              <a:t>Capacitação</a:t>
            </a:r>
            <a:endParaRPr lang="pt-BR" sz="4400" dirty="0">
              <a:solidFill>
                <a:schemeClr val="bg1"/>
              </a:solidFill>
              <a:latin typeface="Bebas Neue" panose="020B0606020202050201" pitchFamily="34" charset="0"/>
              <a:cs typeface="Calibri"/>
            </a:endParaRPr>
          </a:p>
        </p:txBody>
      </p:sp>
      <p:sp>
        <p:nvSpPr>
          <p:cNvPr id="13" name="Rectangle 12"/>
          <p:cNvSpPr/>
          <p:nvPr/>
        </p:nvSpPr>
        <p:spPr>
          <a:xfrm>
            <a:off x="8237444" y="3676406"/>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414075" y="393548"/>
            <a:ext cx="3623652"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algn="just"/>
            <a:r>
              <a:rPr lang="pt-BR" altLang="pt-BR" sz="2400" dirty="0">
                <a:solidFill>
                  <a:schemeClr val="bg1"/>
                </a:solidFill>
                <a:latin typeface="Segoe UI Light" panose="020B0502040204020203" pitchFamily="34" charset="0"/>
                <a:cs typeface="Segoe UI Light" panose="020B0502040204020203" pitchFamily="34" charset="0"/>
              </a:rPr>
              <a:t>Para todos envolvidos (operação, manutenção, inspeção e demais intervenções ) </a:t>
            </a:r>
          </a:p>
          <a:p>
            <a:pPr algn="just"/>
            <a:r>
              <a:rPr lang="pt-BR" altLang="pt-BR" sz="2400" dirty="0">
                <a:solidFill>
                  <a:schemeClr val="bg1"/>
                </a:solidFill>
                <a:latin typeface="Segoe UI Light" panose="020B0502040204020203" pitchFamily="34" charset="0"/>
                <a:cs typeface="Segoe UI Light" panose="020B0502040204020203" pitchFamily="34" charset="0"/>
              </a:rPr>
              <a:t>Ocorrer antes que o trabalhador assuma a sua função</a:t>
            </a:r>
          </a:p>
          <a:p>
            <a:pPr algn="just"/>
            <a:r>
              <a:rPr lang="pt-BR" altLang="pt-BR" sz="2400" dirty="0">
                <a:solidFill>
                  <a:schemeClr val="bg1"/>
                </a:solidFill>
                <a:latin typeface="Segoe UI Light" panose="020B0502040204020203" pitchFamily="34" charset="0"/>
                <a:cs typeface="Segoe UI Light" panose="020B0502040204020203" pitchFamily="34" charset="0"/>
              </a:rPr>
              <a:t>Ser realizada sem ônus para o trabalhador</a:t>
            </a:r>
          </a:p>
          <a:p>
            <a:pPr algn="just"/>
            <a:r>
              <a:rPr lang="pt-BR" altLang="pt-BR" sz="2400" dirty="0">
                <a:solidFill>
                  <a:schemeClr val="bg1"/>
                </a:solidFill>
                <a:latin typeface="Segoe UI Light" panose="020B0502040204020203" pitchFamily="34" charset="0"/>
                <a:cs typeface="Segoe UI Light" panose="020B0502040204020203" pitchFamily="34" charset="0"/>
              </a:rPr>
              <a:t>Carga horária definida pelo empregador</a:t>
            </a:r>
          </a:p>
          <a:p>
            <a:pPr algn="just"/>
            <a:r>
              <a:rPr lang="pt-BR" altLang="pt-BR" sz="2400" dirty="0">
                <a:solidFill>
                  <a:schemeClr val="bg1"/>
                </a:solidFill>
                <a:latin typeface="Segoe UI Light" panose="020B0502040204020203" pitchFamily="34" charset="0"/>
                <a:cs typeface="Segoe UI Light" panose="020B0502040204020203" pitchFamily="34" charset="0"/>
              </a:rPr>
              <a:t>Seguir conteúdo programático anexo II</a:t>
            </a:r>
          </a:p>
          <a:p>
            <a:pPr algn="just"/>
            <a:r>
              <a:rPr lang="pt-BR" altLang="pt-BR" sz="2400" dirty="0">
                <a:solidFill>
                  <a:schemeClr val="bg1"/>
                </a:solidFill>
                <a:latin typeface="Segoe UI Light" panose="020B0502040204020203" pitchFamily="34" charset="0"/>
                <a:cs typeface="Segoe UI Light" panose="020B0502040204020203" pitchFamily="34" charset="0"/>
              </a:rPr>
              <a:t>Ser ministrada por profissional qualificado </a:t>
            </a:r>
            <a:endParaRPr lang="pt-BR" sz="4800" dirty="0">
              <a:solidFill>
                <a:schemeClr val="bg1"/>
              </a:solidFill>
              <a:latin typeface="Segoe UI Light" panose="020B0502040204020203" pitchFamily="34" charset="0"/>
              <a:cs typeface="Segoe UI Light" panose="020B0502040204020203" pitchFamily="34" charset="0"/>
            </a:endParaRPr>
          </a:p>
        </p:txBody>
      </p:sp>
      <p:pic>
        <p:nvPicPr>
          <p:cNvPr id="5" name="Espaço Reservado para Imagem 4" descr="Desenho de vídeo game&#10;&#10;Descrição gerada automaticamente com confiança baixa">
            <a:extLst>
              <a:ext uri="{FF2B5EF4-FFF2-40B4-BE49-F238E27FC236}">
                <a16:creationId xmlns:a16="http://schemas.microsoft.com/office/drawing/2014/main" id="{33725D6A-67F3-4C33-8F7D-A277311AC41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93" b="193"/>
          <a:stretch>
            <a:fillRect/>
          </a:stretch>
        </p:blipFill>
        <p:spPr>
          <a:xfrm>
            <a:off x="4543082" y="1659545"/>
            <a:ext cx="3243263" cy="3429000"/>
          </a:xfrm>
        </p:spPr>
      </p:pic>
    </p:spTree>
    <p:extLst>
      <p:ext uri="{BB962C8B-B14F-4D97-AF65-F5344CB8AC3E}">
        <p14:creationId xmlns:p14="http://schemas.microsoft.com/office/powerpoint/2010/main" val="244228709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2618756" y="1277256"/>
            <a:ext cx="7377693"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b="1" dirty="0">
                <a:solidFill>
                  <a:srgbClr val="000000"/>
                </a:solidFill>
                <a:latin typeface="Segoe UI Light" panose="020B0502040204020203" pitchFamily="34" charset="0"/>
                <a:cs typeface="Segoe UI Light" panose="020B0502040204020203" pitchFamily="34" charset="0"/>
              </a:rPr>
              <a:t>Treinamentos devem ser específicos : Exemplos </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b="1" dirty="0"/>
              <a:t>Capacitação</a:t>
            </a:r>
          </a:p>
        </p:txBody>
      </p:sp>
      <p:sp>
        <p:nvSpPr>
          <p:cNvPr id="11" name="Rectangle 20">
            <a:extLst>
              <a:ext uri="{FF2B5EF4-FFF2-40B4-BE49-F238E27FC236}">
                <a16:creationId xmlns:a16="http://schemas.microsoft.com/office/drawing/2014/main" id="{EEF87BC9-18C0-452C-995C-59500B02B325}"/>
              </a:ext>
            </a:extLst>
          </p:cNvPr>
          <p:cNvSpPr/>
          <p:nvPr/>
        </p:nvSpPr>
        <p:spPr>
          <a:xfrm>
            <a:off x="3602200" y="107762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519F3BCB-1662-4A8A-A938-E5787D00AE6A}"/>
              </a:ext>
            </a:extLst>
          </p:cNvPr>
          <p:cNvPicPr>
            <a:picLocks noChangeAspect="1"/>
          </p:cNvPicPr>
          <p:nvPr/>
        </p:nvPicPr>
        <p:blipFill>
          <a:blip r:embed="rId2"/>
          <a:stretch>
            <a:fillRect/>
          </a:stretch>
        </p:blipFill>
        <p:spPr>
          <a:xfrm>
            <a:off x="1723924" y="1851069"/>
            <a:ext cx="9160940" cy="4715986"/>
          </a:xfrm>
          <a:prstGeom prst="rect">
            <a:avLst/>
          </a:prstGeom>
        </p:spPr>
      </p:pic>
    </p:spTree>
    <p:extLst>
      <p:ext uri="{BB962C8B-B14F-4D97-AF65-F5344CB8AC3E}">
        <p14:creationId xmlns:p14="http://schemas.microsoft.com/office/powerpoint/2010/main" val="7418040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1+#ppt_w/2"/>
                                          </p:val>
                                        </p:tav>
                                        <p:tav tm="100000">
                                          <p:val>
                                            <p:strVal val="#ppt_x"/>
                                          </p:val>
                                        </p:tav>
                                      </p:tavLst>
                                    </p:anim>
                                    <p:anim calcmode="lin" valueType="num">
                                      <p:cBhvr additive="base">
                                        <p:cTn id="12" dur="500" fill="hold"/>
                                        <p:tgtEl>
                                          <p:spTgt spid="9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750" fill="hold"/>
                                        <p:tgtEl>
                                          <p:spTgt spid="10"/>
                                        </p:tgtEl>
                                        <p:attrNameLst>
                                          <p:attrName>ppt_x</p:attrName>
                                        </p:attrNameLst>
                                      </p:cBhvr>
                                      <p:tavLst>
                                        <p:tav tm="0">
                                          <p:val>
                                            <p:strVal val="#ppt_x"/>
                                          </p:val>
                                        </p:tav>
                                        <p:tav tm="100000">
                                          <p:val>
                                            <p:strVal val="#ppt_x"/>
                                          </p:val>
                                        </p:tav>
                                      </p:tavLst>
                                    </p:anim>
                                    <p:anim calcmode="lin" valueType="num">
                                      <p:cBhvr additive="base">
                                        <p:cTn id="20"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9" grpId="0"/>
      <p:bldP spid="11"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375482" y="279765"/>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Outros requisitos específicos de segurança</a:t>
            </a:r>
          </a:p>
        </p:txBody>
      </p:sp>
      <p:sp>
        <p:nvSpPr>
          <p:cNvPr id="21" name="Rectangle 20"/>
          <p:cNvSpPr/>
          <p:nvPr/>
        </p:nvSpPr>
        <p:spPr>
          <a:xfrm>
            <a:off x="494435" y="9781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34064" y="2129463"/>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Características:</a:t>
            </a:r>
          </a:p>
          <a:p>
            <a:pPr marL="0" indent="0">
              <a:buNone/>
            </a:pPr>
            <a:endParaRPr lang="pt-BR" altLang="pt-BR" sz="2400" b="1" dirty="0">
              <a:solidFill>
                <a:schemeClr val="bg1"/>
              </a:solidFill>
              <a:latin typeface="Segoe UI Light" panose="020B0502040204020203" pitchFamily="34" charset="0"/>
              <a:cs typeface="Segoe UI Light" panose="020B0502040204020203" pitchFamily="34" charset="0"/>
            </a:endParaRPr>
          </a:p>
          <a:p>
            <a:r>
              <a:rPr lang="pt-BR" altLang="pt-BR" sz="2400" b="1" dirty="0">
                <a:solidFill>
                  <a:schemeClr val="bg1"/>
                </a:solidFill>
                <a:latin typeface="Segoe UI Light" panose="020B0502040204020203" pitchFamily="34" charset="0"/>
                <a:cs typeface="Segoe UI Light" panose="020B0502040204020203" pitchFamily="34" charset="0"/>
              </a:rPr>
              <a:t>Ferramentas e materiais devem ser adequados a operações</a:t>
            </a:r>
          </a:p>
          <a:p>
            <a:r>
              <a:rPr lang="pt-BR" altLang="pt-BR" sz="2400" b="1" dirty="0">
                <a:solidFill>
                  <a:schemeClr val="bg1"/>
                </a:solidFill>
                <a:latin typeface="Segoe UI Light" panose="020B0502040204020203" pitchFamily="34" charset="0"/>
                <a:cs typeface="Segoe UI Light" panose="020B0502040204020203" pitchFamily="34" charset="0"/>
              </a:rPr>
              <a:t>Proibido porte de ferramentas manuais em bolsos ou locais não apropriados</a:t>
            </a:r>
          </a:p>
        </p:txBody>
      </p:sp>
      <p:pic>
        <p:nvPicPr>
          <p:cNvPr id="13" name="Picture 4" descr="http://sphotos-a.xx.fbcdn.net/hphotos-frc1/p480x480/310684_287426478036821_571884627_n.jpg">
            <a:extLst>
              <a:ext uri="{FF2B5EF4-FFF2-40B4-BE49-F238E27FC236}">
                <a16:creationId xmlns:a16="http://schemas.microsoft.com/office/drawing/2014/main" id="{EF9921E0-95A9-427A-AC58-D01CE4EB3AAC}"/>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703970" y="2007728"/>
            <a:ext cx="5992353" cy="4127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3573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546894" y="347228"/>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800" dirty="0">
                <a:solidFill>
                  <a:schemeClr val="tx1">
                    <a:lumMod val="65000"/>
                    <a:lumOff val="35000"/>
                  </a:schemeClr>
                </a:solidFill>
                <a:latin typeface="Bebas Neue" panose="020B0606020202050201" pitchFamily="34" charset="0"/>
              </a:rPr>
              <a:t>Disposições Finais</a:t>
            </a:r>
            <a:endParaRPr lang="pt-BR" sz="4400" dirty="0">
              <a:solidFill>
                <a:schemeClr val="tx1">
                  <a:lumMod val="65000"/>
                  <a:lumOff val="35000"/>
                </a:schemeClr>
              </a:solidFill>
              <a:latin typeface="Bebas Neue" panose="020B0606020202050201" pitchFamily="34" charset="0"/>
            </a:endParaRPr>
          </a:p>
        </p:txBody>
      </p:sp>
      <p:sp>
        <p:nvSpPr>
          <p:cNvPr id="21" name="Rectangle 20"/>
          <p:cNvSpPr/>
          <p:nvPr/>
        </p:nvSpPr>
        <p:spPr>
          <a:xfrm>
            <a:off x="604164" y="1116745"/>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13601" y="2019338"/>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Empresa deve possuir relação atualizada das máquinas e equipamentos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Informação disponível para CIPA / CIPAMIN, sindicatos e auditor fiscal</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Máquinas autopropelidas devem seguir a NR12 com a abrangência descrita. </a:t>
            </a:r>
          </a:p>
        </p:txBody>
      </p:sp>
      <p:sp>
        <p:nvSpPr>
          <p:cNvPr id="14" name="Rectangle 6">
            <a:extLst>
              <a:ext uri="{FF2B5EF4-FFF2-40B4-BE49-F238E27FC236}">
                <a16:creationId xmlns:a16="http://schemas.microsoft.com/office/drawing/2014/main" id="{4170888A-BD64-4634-8AB6-B1F60F9BAE0D}"/>
              </a:ext>
            </a:extLst>
          </p:cNvPr>
          <p:cNvSpPr/>
          <p:nvPr/>
        </p:nvSpPr>
        <p:spPr>
          <a:xfrm rot="1598722">
            <a:off x="-1895290" y="5982220"/>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1" name="Imagem 10">
            <a:extLst>
              <a:ext uri="{FF2B5EF4-FFF2-40B4-BE49-F238E27FC236}">
                <a16:creationId xmlns:a16="http://schemas.microsoft.com/office/drawing/2014/main" id="{B841443F-5357-4015-B674-BF67A3BEA54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9468" y="1899845"/>
            <a:ext cx="6520388" cy="3624256"/>
          </a:xfrm>
          <a:prstGeom prst="rect">
            <a:avLst/>
          </a:prstGeom>
        </p:spPr>
      </p:pic>
    </p:spTree>
    <p:extLst>
      <p:ext uri="{BB962C8B-B14F-4D97-AF65-F5344CB8AC3E}">
        <p14:creationId xmlns:p14="http://schemas.microsoft.com/office/powerpoint/2010/main" val="28461042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5400" dirty="0">
                <a:solidFill>
                  <a:schemeClr val="bg1"/>
                </a:solidFill>
                <a:latin typeface="Bebas Neue" panose="020B0606020202050201" pitchFamily="34" charset="0"/>
              </a:rPr>
              <a:t>ANEXOS</a:t>
            </a:r>
            <a:endParaRPr lang="pt-BR" sz="5400" dirty="0">
              <a:solidFill>
                <a:schemeClr val="bg1"/>
              </a:solidFill>
              <a:latin typeface="Bebas Neue" panose="020B0606020202050201" pitchFamily="34" charset="0"/>
              <a:cs typeface="Calibri"/>
            </a:endParaRPr>
          </a:p>
        </p:txBody>
      </p:sp>
      <p:sp>
        <p:nvSpPr>
          <p:cNvPr id="13" name="Rectangle 12"/>
          <p:cNvSpPr/>
          <p:nvPr/>
        </p:nvSpPr>
        <p:spPr>
          <a:xfrm>
            <a:off x="8237444" y="3881008"/>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355084" y="1471631"/>
            <a:ext cx="3623652"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 – Requisitos para o uso de detectores de presença Optoeletrônicos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II – Capacitação</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III – Meios de Acesso a máquinas e equipamentos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IV – Glossário</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 – </a:t>
            </a:r>
            <a:r>
              <a:rPr lang="pt-BR" altLang="pt-BR" sz="2400" b="1" dirty="0" err="1">
                <a:solidFill>
                  <a:schemeClr val="bg1"/>
                </a:solidFill>
                <a:latin typeface="Segoe UI Light" panose="020B0502040204020203" pitchFamily="34" charset="0"/>
                <a:cs typeface="Segoe UI Light" panose="020B0502040204020203" pitchFamily="34" charset="0"/>
              </a:rPr>
              <a:t>Motoserras</a:t>
            </a:r>
            <a:endParaRPr lang="pt-BR" altLang="pt-BR" sz="2400" b="1" dirty="0">
              <a:solidFill>
                <a:schemeClr val="bg1"/>
              </a:solidFill>
              <a:latin typeface="Segoe UI Light" panose="020B0502040204020203" pitchFamily="34" charset="0"/>
              <a:cs typeface="Segoe UI Light" panose="020B0502040204020203" pitchFamily="34" charset="0"/>
            </a:endParaRP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VI – Máquinas para Panificação e Confeitaria</a:t>
            </a:r>
          </a:p>
        </p:txBody>
      </p:sp>
      <p:pic>
        <p:nvPicPr>
          <p:cNvPr id="7" name="Espaço Reservado para Imagem 6" descr="Desenho com traços pretos em fundo branco&#10;&#10;Descrição gerada automaticamente com confiança média">
            <a:extLst>
              <a:ext uri="{FF2B5EF4-FFF2-40B4-BE49-F238E27FC236}">
                <a16:creationId xmlns:a16="http://schemas.microsoft.com/office/drawing/2014/main" id="{6131E84C-2CEF-4CD6-A204-469780EC1232}"/>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47" r="371"/>
          <a:stretch/>
        </p:blipFill>
        <p:spPr>
          <a:xfrm>
            <a:off x="4595665" y="2676320"/>
            <a:ext cx="3190584" cy="1395450"/>
          </a:xfrm>
        </p:spPr>
      </p:pic>
    </p:spTree>
    <p:extLst>
      <p:ext uri="{BB962C8B-B14F-4D97-AF65-F5344CB8AC3E}">
        <p14:creationId xmlns:p14="http://schemas.microsoft.com/office/powerpoint/2010/main" val="159276456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 Placeholder 4"/>
          <p:cNvSpPr txBox="1">
            <a:spLocks/>
          </p:cNvSpPr>
          <p:nvPr/>
        </p:nvSpPr>
        <p:spPr>
          <a:xfrm>
            <a:off x="8237444" y="2915023"/>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5400" dirty="0">
                <a:solidFill>
                  <a:schemeClr val="bg1"/>
                </a:solidFill>
                <a:latin typeface="Bebas Neue" panose="020B0606020202050201" pitchFamily="34" charset="0"/>
              </a:rPr>
              <a:t>ANEXOS</a:t>
            </a:r>
            <a:endParaRPr lang="pt-BR" sz="5400" dirty="0">
              <a:solidFill>
                <a:schemeClr val="bg1"/>
              </a:solidFill>
              <a:latin typeface="Bebas Neue" panose="020B0606020202050201" pitchFamily="34" charset="0"/>
              <a:cs typeface="Calibri"/>
            </a:endParaRPr>
          </a:p>
        </p:txBody>
      </p:sp>
      <p:sp>
        <p:nvSpPr>
          <p:cNvPr id="13" name="Rectangle 12"/>
          <p:cNvSpPr/>
          <p:nvPr/>
        </p:nvSpPr>
        <p:spPr>
          <a:xfrm>
            <a:off x="8237444" y="3881008"/>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240793" y="98989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23" name="Text Placeholder 4">
            <a:extLst>
              <a:ext uri="{FF2B5EF4-FFF2-40B4-BE49-F238E27FC236}">
                <a16:creationId xmlns:a16="http://schemas.microsoft.com/office/drawing/2014/main" id="{23BB1823-D79B-4AE2-9C21-A6659E906513}"/>
              </a:ext>
            </a:extLst>
          </p:cNvPr>
          <p:cNvSpPr txBox="1">
            <a:spLocks/>
          </p:cNvSpPr>
          <p:nvPr/>
        </p:nvSpPr>
        <p:spPr>
          <a:xfrm>
            <a:off x="414075" y="393548"/>
            <a:ext cx="3623652" cy="24093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VII – Máquinas para Açougue, Mercearia, Bares e Restaurantes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VIII – Prensas e Similares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IX – Injetora de Materiais Plásticos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X – Máquinas para Fabricação de Calçados e Afins</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XI – Máquinas e Implementos para uso agrícola e florestal</a:t>
            </a:r>
          </a:p>
          <a:p>
            <a:pPr marL="0" indent="0" algn="just">
              <a:buNone/>
            </a:pPr>
            <a:r>
              <a:rPr lang="pt-BR" altLang="pt-BR" sz="2400" b="1" dirty="0">
                <a:solidFill>
                  <a:schemeClr val="bg1"/>
                </a:solidFill>
                <a:latin typeface="Segoe UI Light" panose="020B0502040204020203" pitchFamily="34" charset="0"/>
                <a:cs typeface="Segoe UI Light" panose="020B0502040204020203" pitchFamily="34" charset="0"/>
              </a:rPr>
              <a:t>XII – Equipamentos de guindar para elevação de pessoas e realização de trabalho em altura</a:t>
            </a:r>
          </a:p>
        </p:txBody>
      </p:sp>
      <p:pic>
        <p:nvPicPr>
          <p:cNvPr id="7" name="Espaço Reservado para Imagem 6" descr="Desenho com traços pretos em fundo branco&#10;&#10;Descrição gerada automaticamente com confiança média">
            <a:extLst>
              <a:ext uri="{FF2B5EF4-FFF2-40B4-BE49-F238E27FC236}">
                <a16:creationId xmlns:a16="http://schemas.microsoft.com/office/drawing/2014/main" id="{6131E84C-2CEF-4CD6-A204-469780EC1232}"/>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47" r="371"/>
          <a:stretch/>
        </p:blipFill>
        <p:spPr>
          <a:xfrm>
            <a:off x="4595665" y="2676320"/>
            <a:ext cx="3190584" cy="1395450"/>
          </a:xfrm>
        </p:spPr>
      </p:pic>
    </p:spTree>
    <p:extLst>
      <p:ext uri="{BB962C8B-B14F-4D97-AF65-F5344CB8AC3E}">
        <p14:creationId xmlns:p14="http://schemas.microsoft.com/office/powerpoint/2010/main" val="133330716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1+#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2" grpId="0"/>
      <p:bldP spid="13" grpId="0" animBg="1"/>
      <p:bldP spid="14" grpId="0"/>
      <p:bldP spid="2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Text Placeholder 6"/>
          <p:cNvSpPr>
            <a:spLocks noGrp="1"/>
          </p:cNvSpPr>
          <p:nvPr>
            <p:ph type="body" sz="quarter" idx="10"/>
          </p:nvPr>
        </p:nvSpPr>
        <p:spPr>
          <a:xfrm>
            <a:off x="1114425" y="444500"/>
            <a:ext cx="9963150" cy="800100"/>
          </a:xfrm>
        </p:spPr>
        <p:txBody>
          <a:bodyPr/>
          <a:lstStyle/>
          <a:p>
            <a:r>
              <a:rPr lang="pt-BR" b="1" dirty="0"/>
              <a:t>Ciclo de Adequação NR12</a:t>
            </a:r>
          </a:p>
          <a:p>
            <a:endParaRPr lang="pt-BR" b="1" dirty="0"/>
          </a:p>
        </p:txBody>
      </p:sp>
      <p:sp>
        <p:nvSpPr>
          <p:cNvPr id="11" name="Rectangle 20">
            <a:extLst>
              <a:ext uri="{FF2B5EF4-FFF2-40B4-BE49-F238E27FC236}">
                <a16:creationId xmlns:a16="http://schemas.microsoft.com/office/drawing/2014/main" id="{EEF87BC9-18C0-452C-995C-59500B02B325}"/>
              </a:ext>
            </a:extLst>
          </p:cNvPr>
          <p:cNvSpPr/>
          <p:nvPr/>
        </p:nvSpPr>
        <p:spPr>
          <a:xfrm>
            <a:off x="3484327" y="104524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5">
            <a:extLst>
              <a:ext uri="{FF2B5EF4-FFF2-40B4-BE49-F238E27FC236}">
                <a16:creationId xmlns:a16="http://schemas.microsoft.com/office/drawing/2014/main" id="{15570A57-F1C3-48A3-8D63-EC912150CB02}"/>
              </a:ext>
            </a:extLst>
          </p:cNvPr>
          <p:cNvSpPr/>
          <p:nvPr/>
        </p:nvSpPr>
        <p:spPr>
          <a:xfrm rot="6861768">
            <a:off x="10380404" y="-2695608"/>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3" name="Imagem 12">
            <a:extLst>
              <a:ext uri="{FF2B5EF4-FFF2-40B4-BE49-F238E27FC236}">
                <a16:creationId xmlns:a16="http://schemas.microsoft.com/office/drawing/2014/main" id="{614B962F-5413-4718-A03E-4E986FEC402B}"/>
              </a:ext>
            </a:extLst>
          </p:cNvPr>
          <p:cNvPicPr>
            <a:picLocks noChangeAspect="1"/>
          </p:cNvPicPr>
          <p:nvPr/>
        </p:nvPicPr>
        <p:blipFill>
          <a:blip r:embed="rId2"/>
          <a:stretch>
            <a:fillRect/>
          </a:stretch>
        </p:blipFill>
        <p:spPr>
          <a:xfrm>
            <a:off x="1811867" y="1166718"/>
            <a:ext cx="6180666" cy="5187345"/>
          </a:xfrm>
          <a:prstGeom prst="rect">
            <a:avLst/>
          </a:prstGeom>
        </p:spPr>
      </p:pic>
      <p:sp>
        <p:nvSpPr>
          <p:cNvPr id="14" name="Retângulo Arredondado 6">
            <a:extLst>
              <a:ext uri="{FF2B5EF4-FFF2-40B4-BE49-F238E27FC236}">
                <a16:creationId xmlns:a16="http://schemas.microsoft.com/office/drawing/2014/main" id="{95F01145-2A0C-4685-A4BB-EDB7BFB32115}"/>
              </a:ext>
            </a:extLst>
          </p:cNvPr>
          <p:cNvSpPr/>
          <p:nvPr/>
        </p:nvSpPr>
        <p:spPr>
          <a:xfrm>
            <a:off x="7992533" y="3835817"/>
            <a:ext cx="1766389" cy="63354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200" b="1" dirty="0">
                <a:solidFill>
                  <a:schemeClr val="bg1"/>
                </a:solidFill>
                <a:latin typeface="Segoe UI Light" panose="020B0502040204020203" pitchFamily="34" charset="0"/>
                <a:cs typeface="Segoe UI Light" panose="020B0502040204020203" pitchFamily="34" charset="0"/>
              </a:rPr>
              <a:t>Manutenção</a:t>
            </a:r>
          </a:p>
        </p:txBody>
      </p:sp>
    </p:spTree>
    <p:extLst>
      <p:ext uri="{BB962C8B-B14F-4D97-AF65-F5344CB8AC3E}">
        <p14:creationId xmlns:p14="http://schemas.microsoft.com/office/powerpoint/2010/main" val="30546393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750" fill="hold"/>
                                        <p:tgtEl>
                                          <p:spTgt spid="10"/>
                                        </p:tgtEl>
                                        <p:attrNameLst>
                                          <p:attrName>ppt_x</p:attrName>
                                        </p:attrNameLst>
                                      </p:cBhvr>
                                      <p:tavLst>
                                        <p:tav tm="0">
                                          <p:val>
                                            <p:strVal val="#ppt_x"/>
                                          </p:val>
                                        </p:tav>
                                        <p:tav tm="100000">
                                          <p:val>
                                            <p:strVal val="#ppt_x"/>
                                          </p:val>
                                        </p:tav>
                                      </p:tavLst>
                                    </p:anim>
                                    <p:anim calcmode="lin" valueType="num">
                                      <p:cBhvr additive="base">
                                        <p:cTn id="16"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11" grpId="0" animBg="1"/>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5" name="Imagem 14">
            <a:extLst>
              <a:ext uri="{FF2B5EF4-FFF2-40B4-BE49-F238E27FC236}">
                <a16:creationId xmlns:a16="http://schemas.microsoft.com/office/drawing/2014/main" id="{957A0805-14DA-4908-A9F7-0BC74A32A0F8}"/>
              </a:ext>
            </a:extLst>
          </p:cNvPr>
          <p:cNvPicPr>
            <a:picLocks noChangeAspect="1"/>
          </p:cNvPicPr>
          <p:nvPr/>
        </p:nvPicPr>
        <p:blipFill>
          <a:blip r:embed="rId2"/>
          <a:stretch>
            <a:fillRect/>
          </a:stretch>
        </p:blipFill>
        <p:spPr>
          <a:xfrm>
            <a:off x="1389115" y="1495226"/>
            <a:ext cx="9413771" cy="4635075"/>
          </a:xfrm>
          <a:prstGeom prst="rect">
            <a:avLst/>
          </a:prstGeom>
        </p:spPr>
      </p:pic>
    </p:spTree>
    <p:extLst>
      <p:ext uri="{BB962C8B-B14F-4D97-AF65-F5344CB8AC3E}">
        <p14:creationId xmlns:p14="http://schemas.microsoft.com/office/powerpoint/2010/main" val="29221743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04C314FA-D180-4561-9E93-1F5D4ED2501D}"/>
              </a:ext>
            </a:extLst>
          </p:cNvPr>
          <p:cNvPicPr>
            <a:picLocks noChangeAspect="1"/>
          </p:cNvPicPr>
          <p:nvPr/>
        </p:nvPicPr>
        <p:blipFill>
          <a:blip r:embed="rId2"/>
          <a:stretch>
            <a:fillRect/>
          </a:stretch>
        </p:blipFill>
        <p:spPr>
          <a:xfrm>
            <a:off x="914072" y="1656507"/>
            <a:ext cx="10363856" cy="4399604"/>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6006430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4" name="Imagem 13">
            <a:extLst>
              <a:ext uri="{FF2B5EF4-FFF2-40B4-BE49-F238E27FC236}">
                <a16:creationId xmlns:a16="http://schemas.microsoft.com/office/drawing/2014/main" id="{A44AAC6E-E3C0-4CF3-A0F9-6503B5ABC953}"/>
              </a:ext>
            </a:extLst>
          </p:cNvPr>
          <p:cNvPicPr>
            <a:picLocks noChangeAspect="1"/>
          </p:cNvPicPr>
          <p:nvPr/>
        </p:nvPicPr>
        <p:blipFill>
          <a:blip r:embed="rId2"/>
          <a:stretch>
            <a:fillRect/>
          </a:stretch>
        </p:blipFill>
        <p:spPr>
          <a:xfrm>
            <a:off x="1041274" y="1750028"/>
            <a:ext cx="10109451" cy="4199772"/>
          </a:xfrm>
          <a:prstGeom prst="rect">
            <a:avLst/>
          </a:prstGeom>
        </p:spPr>
      </p:pic>
    </p:spTree>
    <p:extLst>
      <p:ext uri="{BB962C8B-B14F-4D97-AF65-F5344CB8AC3E}">
        <p14:creationId xmlns:p14="http://schemas.microsoft.com/office/powerpoint/2010/main" val="28461974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Imagem 8">
            <a:extLst>
              <a:ext uri="{FF2B5EF4-FFF2-40B4-BE49-F238E27FC236}">
                <a16:creationId xmlns:a16="http://schemas.microsoft.com/office/drawing/2014/main" id="{41031C5F-DC79-487E-8685-15B4AA3F8EF0}"/>
              </a:ext>
            </a:extLst>
          </p:cNvPr>
          <p:cNvPicPr>
            <a:picLocks noChangeAspect="1"/>
          </p:cNvPicPr>
          <p:nvPr/>
        </p:nvPicPr>
        <p:blipFill>
          <a:blip r:embed="rId2"/>
          <a:stretch>
            <a:fillRect/>
          </a:stretch>
        </p:blipFill>
        <p:spPr>
          <a:xfrm>
            <a:off x="700224" y="1591226"/>
            <a:ext cx="10791552" cy="4352394"/>
          </a:xfrm>
          <a:prstGeom prst="rect">
            <a:avLst/>
          </a:prstGeom>
        </p:spPr>
      </p:pic>
    </p:spTree>
    <p:extLst>
      <p:ext uri="{BB962C8B-B14F-4D97-AF65-F5344CB8AC3E}">
        <p14:creationId xmlns:p14="http://schemas.microsoft.com/office/powerpoint/2010/main" val="21740470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Imagem 12">
            <a:extLst>
              <a:ext uri="{FF2B5EF4-FFF2-40B4-BE49-F238E27FC236}">
                <a16:creationId xmlns:a16="http://schemas.microsoft.com/office/drawing/2014/main" id="{7BB79B31-F669-4D57-BAFA-19C7276C740A}"/>
              </a:ext>
            </a:extLst>
          </p:cNvPr>
          <p:cNvPicPr>
            <a:picLocks noChangeAspect="1"/>
          </p:cNvPicPr>
          <p:nvPr/>
        </p:nvPicPr>
        <p:blipFill>
          <a:blip r:embed="rId2"/>
          <a:stretch>
            <a:fillRect/>
          </a:stretch>
        </p:blipFill>
        <p:spPr>
          <a:xfrm>
            <a:off x="1857462" y="1367753"/>
            <a:ext cx="8477075" cy="5118020"/>
          </a:xfrm>
          <a:prstGeom prst="rect">
            <a:avLst/>
          </a:prstGeom>
        </p:spPr>
      </p:pic>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766107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C239BF93-F4CD-44DA-B422-7948C94DFD95}"/>
              </a:ext>
            </a:extLst>
          </p:cNvPr>
          <p:cNvPicPr>
            <a:picLocks noChangeAspect="1"/>
          </p:cNvPicPr>
          <p:nvPr/>
        </p:nvPicPr>
        <p:blipFill>
          <a:blip r:embed="rId2"/>
          <a:stretch>
            <a:fillRect/>
          </a:stretch>
        </p:blipFill>
        <p:spPr>
          <a:xfrm>
            <a:off x="1378471" y="1499701"/>
            <a:ext cx="9435057" cy="4879310"/>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57207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 name="Imagem 9">
            <a:extLst>
              <a:ext uri="{FF2B5EF4-FFF2-40B4-BE49-F238E27FC236}">
                <a16:creationId xmlns:a16="http://schemas.microsoft.com/office/drawing/2014/main" id="{50C61FD6-125D-4F4A-9A4E-DFC4E7416B41}"/>
              </a:ext>
            </a:extLst>
          </p:cNvPr>
          <p:cNvPicPr>
            <a:picLocks noChangeAspect="1"/>
          </p:cNvPicPr>
          <p:nvPr/>
        </p:nvPicPr>
        <p:blipFill>
          <a:blip r:embed="rId2"/>
          <a:stretch>
            <a:fillRect/>
          </a:stretch>
        </p:blipFill>
        <p:spPr>
          <a:xfrm>
            <a:off x="1571798" y="1560119"/>
            <a:ext cx="9048404" cy="4795408"/>
          </a:xfrm>
          <a:prstGeom prst="rect">
            <a:avLst/>
          </a:prstGeom>
        </p:spPr>
      </p:pic>
    </p:spTree>
    <p:extLst>
      <p:ext uri="{BB962C8B-B14F-4D97-AF65-F5344CB8AC3E}">
        <p14:creationId xmlns:p14="http://schemas.microsoft.com/office/powerpoint/2010/main" val="9338037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39A21A72-3548-42C1-BC7B-CEE7ABC399DE}"/>
              </a:ext>
            </a:extLst>
          </p:cNvPr>
          <p:cNvPicPr>
            <a:picLocks noChangeAspect="1"/>
          </p:cNvPicPr>
          <p:nvPr/>
        </p:nvPicPr>
        <p:blipFill>
          <a:blip r:embed="rId2"/>
          <a:stretch>
            <a:fillRect/>
          </a:stretch>
        </p:blipFill>
        <p:spPr>
          <a:xfrm>
            <a:off x="1114426" y="1753810"/>
            <a:ext cx="9963149" cy="4409279"/>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4418428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95E94059-7CFC-41F2-AB2C-B3234F1D67D1}"/>
              </a:ext>
            </a:extLst>
          </p:cNvPr>
          <p:cNvPicPr>
            <a:picLocks noChangeAspect="1"/>
          </p:cNvPicPr>
          <p:nvPr/>
        </p:nvPicPr>
        <p:blipFill>
          <a:blip r:embed="rId2"/>
          <a:stretch>
            <a:fillRect/>
          </a:stretch>
        </p:blipFill>
        <p:spPr>
          <a:xfrm>
            <a:off x="816290" y="1490633"/>
            <a:ext cx="10559420" cy="4336639"/>
          </a:xfrm>
          <a:prstGeom prst="rect">
            <a:avLst/>
          </a:prstGeom>
        </p:spPr>
      </p:pic>
    </p:spTree>
    <p:extLst>
      <p:ext uri="{BB962C8B-B14F-4D97-AF65-F5344CB8AC3E}">
        <p14:creationId xmlns:p14="http://schemas.microsoft.com/office/powerpoint/2010/main" val="36587220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m 8">
            <a:extLst>
              <a:ext uri="{FF2B5EF4-FFF2-40B4-BE49-F238E27FC236}">
                <a16:creationId xmlns:a16="http://schemas.microsoft.com/office/drawing/2014/main" id="{20920014-4D81-4180-AC97-2ADD00A4B4E9}"/>
              </a:ext>
            </a:extLst>
          </p:cNvPr>
          <p:cNvPicPr>
            <a:picLocks noChangeAspect="1"/>
          </p:cNvPicPr>
          <p:nvPr/>
        </p:nvPicPr>
        <p:blipFill>
          <a:blip r:embed="rId2"/>
          <a:stretch>
            <a:fillRect/>
          </a:stretch>
        </p:blipFill>
        <p:spPr>
          <a:xfrm>
            <a:off x="709118" y="1617518"/>
            <a:ext cx="10773763" cy="4692773"/>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889161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Imagem 12">
            <a:extLst>
              <a:ext uri="{FF2B5EF4-FFF2-40B4-BE49-F238E27FC236}">
                <a16:creationId xmlns:a16="http://schemas.microsoft.com/office/drawing/2014/main" id="{7188881F-434D-48AB-8083-D83ACCD1F7ED}"/>
              </a:ext>
            </a:extLst>
          </p:cNvPr>
          <p:cNvPicPr>
            <a:picLocks noChangeAspect="1"/>
          </p:cNvPicPr>
          <p:nvPr/>
        </p:nvPicPr>
        <p:blipFill>
          <a:blip r:embed="rId2"/>
          <a:stretch>
            <a:fillRect/>
          </a:stretch>
        </p:blipFill>
        <p:spPr>
          <a:xfrm>
            <a:off x="2104041" y="1302366"/>
            <a:ext cx="7983918" cy="5363873"/>
          </a:xfrm>
          <a:prstGeom prst="rect">
            <a:avLst/>
          </a:prstGeom>
        </p:spPr>
      </p:pic>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538719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3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DB21DD33-97FD-4C5E-A872-1CED9D051FCA}"/>
              </a:ext>
            </a:extLst>
          </p:cNvPr>
          <p:cNvPicPr>
            <a:picLocks noChangeAspect="1"/>
          </p:cNvPicPr>
          <p:nvPr/>
        </p:nvPicPr>
        <p:blipFill>
          <a:blip r:embed="rId2"/>
          <a:stretch>
            <a:fillRect/>
          </a:stretch>
        </p:blipFill>
        <p:spPr>
          <a:xfrm>
            <a:off x="1544403" y="1433138"/>
            <a:ext cx="9103194" cy="513391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Rectangle 6">
            <a:extLst>
              <a:ext uri="{FF2B5EF4-FFF2-40B4-BE49-F238E27FC236}">
                <a16:creationId xmlns:a16="http://schemas.microsoft.com/office/drawing/2014/main" id="{C782D2A0-38C6-44EB-9D5F-8465A6BBC059}"/>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ctangle 5">
            <a:extLst>
              <a:ext uri="{FF2B5EF4-FFF2-40B4-BE49-F238E27FC236}">
                <a16:creationId xmlns:a16="http://schemas.microsoft.com/office/drawing/2014/main" id="{609B017A-06EA-482D-A968-D1C4B3F0895D}"/>
              </a:ext>
            </a:extLst>
          </p:cNvPr>
          <p:cNvSpPr/>
          <p:nvPr/>
        </p:nvSpPr>
        <p:spPr>
          <a:xfrm rot="6861768">
            <a:off x="10633471" y="-28091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427141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1+#ppt_w/2"/>
                                          </p:val>
                                        </p:tav>
                                        <p:tav tm="100000">
                                          <p:val>
                                            <p:strVal val="#ppt_x"/>
                                          </p:val>
                                        </p:tav>
                                      </p:tavLst>
                                    </p:anim>
                                    <p:anim calcmode="lin" valueType="num">
                                      <p:cBhvr additive="base">
                                        <p:cTn id="12" dur="75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71FD39A5-9168-42B2-AA6C-1A930F4F9EFE}"/>
              </a:ext>
            </a:extLst>
          </p:cNvPr>
          <p:cNvPicPr>
            <a:picLocks noChangeAspect="1"/>
          </p:cNvPicPr>
          <p:nvPr/>
        </p:nvPicPr>
        <p:blipFill>
          <a:blip r:embed="rId2"/>
          <a:stretch>
            <a:fillRect/>
          </a:stretch>
        </p:blipFill>
        <p:spPr>
          <a:xfrm>
            <a:off x="1967354" y="1720298"/>
            <a:ext cx="7636189" cy="4846757"/>
          </a:xfrm>
          <a:prstGeom prst="rect">
            <a:avLst/>
          </a:prstGeom>
        </p:spPr>
      </p:pic>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Processo de Apreciação de Riscos</a:t>
            </a:r>
          </a:p>
        </p:txBody>
      </p:sp>
      <p:sp>
        <p:nvSpPr>
          <p:cNvPr id="11" name="Rectangle 20">
            <a:extLst>
              <a:ext uri="{FF2B5EF4-FFF2-40B4-BE49-F238E27FC236}">
                <a16:creationId xmlns:a16="http://schemas.microsoft.com/office/drawing/2014/main" id="{EEF87BC9-18C0-452C-995C-59500B02B325}"/>
              </a:ext>
            </a:extLst>
          </p:cNvPr>
          <p:cNvSpPr/>
          <p:nvPr/>
        </p:nvSpPr>
        <p:spPr>
          <a:xfrm>
            <a:off x="2442809" y="112281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ctangle 5">
            <a:extLst>
              <a:ext uri="{FF2B5EF4-FFF2-40B4-BE49-F238E27FC236}">
                <a16:creationId xmlns:a16="http://schemas.microsoft.com/office/drawing/2014/main" id="{A782C4A5-A24C-429D-81AB-E3714B7B7492}"/>
              </a:ext>
            </a:extLst>
          </p:cNvPr>
          <p:cNvSpPr/>
          <p:nvPr/>
        </p:nvSpPr>
        <p:spPr>
          <a:xfrm rot="6861768">
            <a:off x="10481071" y="-2961511"/>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5">
            <a:extLst>
              <a:ext uri="{FF2B5EF4-FFF2-40B4-BE49-F238E27FC236}">
                <a16:creationId xmlns:a16="http://schemas.microsoft.com/office/drawing/2014/main" id="{045E20D7-4975-4D61-8B33-EC8B18AC0EEC}"/>
              </a:ext>
            </a:extLst>
          </p:cNvPr>
          <p:cNvSpPr/>
          <p:nvPr/>
        </p:nvSpPr>
        <p:spPr>
          <a:xfrm rot="6861768">
            <a:off x="-618774" y="4624449"/>
            <a:ext cx="2329703" cy="5036263"/>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a:extLst>
              <a:ext uri="{FF2B5EF4-FFF2-40B4-BE49-F238E27FC236}">
                <a16:creationId xmlns:a16="http://schemas.microsoft.com/office/drawing/2014/main" id="{931A2ADF-F709-4181-B071-FB5D18570B6E}"/>
              </a:ext>
            </a:extLst>
          </p:cNvPr>
          <p:cNvSpPr txBox="1">
            <a:spLocks/>
          </p:cNvSpPr>
          <p:nvPr/>
        </p:nvSpPr>
        <p:spPr>
          <a:xfrm>
            <a:off x="2940585" y="1203979"/>
            <a:ext cx="6310828" cy="6584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b="1" dirty="0">
                <a:solidFill>
                  <a:srgbClr val="000000"/>
                </a:solidFill>
                <a:latin typeface="Segoe UI Light" panose="020B0502040204020203" pitchFamily="34" charset="0"/>
                <a:cs typeface="Segoe UI Light" panose="020B0502040204020203" pitchFamily="34" charset="0"/>
              </a:rPr>
              <a:t>Avaliação da Categoria – Conforme NBR14153. </a:t>
            </a: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7963697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7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2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descr="C:\Users\luiz1615\Documents\A PROTEÇÃO\2013\CornProducts Cabo-PE\A Ingredion New Size\Edifício 17\DSCF2733.JPG">
            <a:extLst>
              <a:ext uri="{FF2B5EF4-FFF2-40B4-BE49-F238E27FC236}">
                <a16:creationId xmlns:a16="http://schemas.microsoft.com/office/drawing/2014/main" id="{8500F060-8593-4766-B8FB-69EA0851666C}"/>
              </a:ext>
            </a:extLst>
          </p:cNvPr>
          <p:cNvPicPr/>
          <p:nvPr/>
        </p:nvPicPr>
        <p:blipFill>
          <a:blip r:embed="rId2" cstate="email">
            <a:extLst>
              <a:ext uri="{28A0092B-C50C-407E-A947-70E740481C1C}">
                <a14:useLocalDpi xmlns:a14="http://schemas.microsoft.com/office/drawing/2010/main"/>
              </a:ext>
            </a:extLst>
          </a:blip>
          <a:srcRect/>
          <a:stretch>
            <a:fillRect/>
          </a:stretch>
        </p:blipFill>
        <p:spPr bwMode="auto">
          <a:xfrm>
            <a:off x="1791154" y="2573867"/>
            <a:ext cx="3982704" cy="4008602"/>
          </a:xfrm>
          <a:prstGeom prst="rect">
            <a:avLst/>
          </a:prstGeom>
          <a:noFill/>
          <a:ln>
            <a:noFill/>
          </a:ln>
        </p:spPr>
      </p:pic>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 Placeholder 6"/>
          <p:cNvSpPr>
            <a:spLocks noGrp="1"/>
          </p:cNvSpPr>
          <p:nvPr>
            <p:ph type="body" sz="quarter" idx="10"/>
          </p:nvPr>
        </p:nvSpPr>
        <p:spPr>
          <a:xfrm>
            <a:off x="1114425" y="444500"/>
            <a:ext cx="9963150" cy="800100"/>
          </a:xfrm>
        </p:spPr>
        <p:txBody>
          <a:bodyPr/>
          <a:lstStyle/>
          <a:p>
            <a:r>
              <a:rPr lang="pt-BR" b="1" dirty="0"/>
              <a:t>Exemplos de Máquinas inadequadas</a:t>
            </a:r>
          </a:p>
        </p:txBody>
      </p:sp>
      <p:sp>
        <p:nvSpPr>
          <p:cNvPr id="11" name="Rectangle 20">
            <a:extLst>
              <a:ext uri="{FF2B5EF4-FFF2-40B4-BE49-F238E27FC236}">
                <a16:creationId xmlns:a16="http://schemas.microsoft.com/office/drawing/2014/main" id="{EEF87BC9-18C0-452C-995C-59500B02B325}"/>
              </a:ext>
            </a:extLst>
          </p:cNvPr>
          <p:cNvSpPr/>
          <p:nvPr/>
        </p:nvSpPr>
        <p:spPr>
          <a:xfrm>
            <a:off x="1731609" y="110680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Text Placeholder 4">
            <a:extLst>
              <a:ext uri="{FF2B5EF4-FFF2-40B4-BE49-F238E27FC236}">
                <a16:creationId xmlns:a16="http://schemas.microsoft.com/office/drawing/2014/main" id="{48C0F415-6169-47DA-A888-E8719C65A720}"/>
              </a:ext>
            </a:extLst>
          </p:cNvPr>
          <p:cNvSpPr txBox="1">
            <a:spLocks/>
          </p:cNvSpPr>
          <p:nvPr/>
        </p:nvSpPr>
        <p:spPr>
          <a:xfrm>
            <a:off x="950385" y="1418449"/>
            <a:ext cx="1092591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defRPr/>
            </a:pPr>
            <a:r>
              <a:rPr lang="pt-BR" sz="2400" dirty="0">
                <a:solidFill>
                  <a:srgbClr val="000000"/>
                </a:solidFill>
                <a:latin typeface="Segoe UI Light" panose="020B0502040204020203" pitchFamily="34" charset="0"/>
                <a:cs typeface="Segoe UI Light" panose="020B0502040204020203" pitchFamily="34" charset="0"/>
              </a:rPr>
              <a:t>Máquinas que não atendem a NR12 – Sistema de proteção que pode ser aberta com máquina em movimento</a:t>
            </a:r>
          </a:p>
          <a:p>
            <a:pPr marL="0" indent="0" algn="just">
              <a:buNone/>
            </a:pPr>
            <a:endParaRPr lang="pt-BR" sz="2400" dirty="0">
              <a:latin typeface="Segoe UI Light" panose="020B0502040204020203" pitchFamily="34" charset="0"/>
              <a:cs typeface="Segoe UI Light" panose="020B0502040204020203" pitchFamily="34" charset="0"/>
            </a:endParaRPr>
          </a:p>
          <a:p>
            <a:pPr marL="0" indent="0">
              <a:lnSpc>
                <a:spcPct val="114000"/>
              </a:lnSpc>
              <a:buNone/>
              <a:defRPr/>
            </a:pPr>
            <a:endParaRPr lang="pt-BR" sz="1400" i="1" dirty="0">
              <a:latin typeface="Segoe UI Light" panose="020B0502040204020203" pitchFamily="34" charset="0"/>
              <a:cs typeface="Segoe UI Light" panose="020B0502040204020203" pitchFamily="34" charset="0"/>
            </a:endParaRPr>
          </a:p>
        </p:txBody>
      </p:sp>
      <p:sp>
        <p:nvSpPr>
          <p:cNvPr id="15" name="Rectangle 5">
            <a:extLst>
              <a:ext uri="{FF2B5EF4-FFF2-40B4-BE49-F238E27FC236}">
                <a16:creationId xmlns:a16="http://schemas.microsoft.com/office/drawing/2014/main" id="{2B47EEF2-C561-4F01-8820-FF3A7068994B}"/>
              </a:ext>
            </a:extLst>
          </p:cNvPr>
          <p:cNvSpPr/>
          <p:nvPr/>
        </p:nvSpPr>
        <p:spPr>
          <a:xfrm rot="6861768">
            <a:off x="10481071" y="-2961511"/>
            <a:ext cx="2329703" cy="5036263"/>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a:extLst>
              <a:ext uri="{FF2B5EF4-FFF2-40B4-BE49-F238E27FC236}">
                <a16:creationId xmlns:a16="http://schemas.microsoft.com/office/drawing/2014/main" id="{D625F666-D8CC-4117-B1FC-B064D1B45C38}"/>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9" name="Imagem 18" descr="C:\Users\luiz1615\Documents\A PROTEÇÃO\2013\CornProducts Cabo-PE\A Ingredion New Size\Edifício 17\DSCF2719.JPG">
            <a:extLst>
              <a:ext uri="{FF2B5EF4-FFF2-40B4-BE49-F238E27FC236}">
                <a16:creationId xmlns:a16="http://schemas.microsoft.com/office/drawing/2014/main" id="{D10B598B-30E8-4096-BBFE-90F991528458}"/>
              </a:ext>
            </a:extLst>
          </p:cNvPr>
          <p:cNvPicPr/>
          <p:nvPr/>
        </p:nvPicPr>
        <p:blipFill>
          <a:blip r:embed="rId3" cstate="print">
            <a:extLst>
              <a:ext uri="{28A0092B-C50C-407E-A947-70E740481C1C}">
                <a14:useLocalDpi xmlns:a14="http://schemas.microsoft.com/office/drawing/2010/main"/>
              </a:ext>
            </a:extLst>
          </a:blip>
          <a:srcRect/>
          <a:stretch>
            <a:fillRect/>
          </a:stretch>
        </p:blipFill>
        <p:spPr bwMode="auto">
          <a:xfrm>
            <a:off x="7274317" y="2573867"/>
            <a:ext cx="3126529" cy="4008602"/>
          </a:xfrm>
          <a:prstGeom prst="rect">
            <a:avLst/>
          </a:prstGeom>
          <a:noFill/>
          <a:ln>
            <a:noFill/>
          </a:ln>
        </p:spPr>
      </p:pic>
    </p:spTree>
    <p:extLst>
      <p:ext uri="{BB962C8B-B14F-4D97-AF65-F5344CB8AC3E}">
        <p14:creationId xmlns:p14="http://schemas.microsoft.com/office/powerpoint/2010/main" val="34076506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10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7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750" fill="hold"/>
                                        <p:tgtEl>
                                          <p:spTgt spid="15"/>
                                        </p:tgtEl>
                                        <p:attrNameLst>
                                          <p:attrName>ppt_x</p:attrName>
                                        </p:attrNameLst>
                                      </p:cBhvr>
                                      <p:tavLst>
                                        <p:tav tm="0">
                                          <p:val>
                                            <p:strVal val="#ppt_x"/>
                                          </p:val>
                                        </p:tav>
                                        <p:tav tm="100000">
                                          <p:val>
                                            <p:strVal val="#ppt_x"/>
                                          </p:val>
                                        </p:tav>
                                      </p:tavLst>
                                    </p:anim>
                                    <p:anim calcmode="lin" valueType="num">
                                      <p:cBhvr additive="base">
                                        <p:cTn id="16" dur="75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p:stCondLst>
                                    <p:cond delay="35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750" fill="hold"/>
                                        <p:tgtEl>
                                          <p:spTgt spid="17"/>
                                        </p:tgtEl>
                                        <p:attrNameLst>
                                          <p:attrName>ppt_x</p:attrName>
                                        </p:attrNameLst>
                                      </p:cBhvr>
                                      <p:tavLst>
                                        <p:tav tm="0">
                                          <p:val>
                                            <p:strVal val="1+#ppt_w/2"/>
                                          </p:val>
                                        </p:tav>
                                        <p:tav tm="100000">
                                          <p:val>
                                            <p:strVal val="#ppt_x"/>
                                          </p:val>
                                        </p:tav>
                                      </p:tavLst>
                                    </p:anim>
                                    <p:anim calcmode="lin" valueType="num">
                                      <p:cBhvr additive="base">
                                        <p:cTn id="20"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p:bldP spid="15" grpId="0" animBg="1"/>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Falta de proteção térmica e sinalização</a:t>
            </a:r>
          </a:p>
        </p:txBody>
      </p:sp>
      <p:pic>
        <p:nvPicPr>
          <p:cNvPr id="10" name="Imagem 9" descr="C:\Users\luiz1615\Documents\A PROTEÇÃO\2013\CornProducts Cabo-PE\A Ingredion New Size\Edifício 23\DSCF1769.JPG">
            <a:extLst>
              <a:ext uri="{FF2B5EF4-FFF2-40B4-BE49-F238E27FC236}">
                <a16:creationId xmlns:a16="http://schemas.microsoft.com/office/drawing/2014/main" id="{C27CCD03-9ACD-4F0B-B166-2A7225DDED40}"/>
              </a:ext>
            </a:extLst>
          </p:cNvPr>
          <p:cNvPicPr/>
          <p:nvPr/>
        </p:nvPicPr>
        <p:blipFill>
          <a:blip r:embed="rId2" cstate="print">
            <a:extLst>
              <a:ext uri="{28A0092B-C50C-407E-A947-70E740481C1C}">
                <a14:useLocalDpi xmlns:a14="http://schemas.microsoft.com/office/drawing/2010/main"/>
              </a:ext>
            </a:extLst>
          </a:blip>
          <a:srcRect/>
          <a:stretch>
            <a:fillRect/>
          </a:stretch>
        </p:blipFill>
        <p:spPr bwMode="auto">
          <a:xfrm>
            <a:off x="368419" y="1750837"/>
            <a:ext cx="6444879" cy="4156289"/>
          </a:xfrm>
          <a:prstGeom prst="rect">
            <a:avLst/>
          </a:prstGeom>
          <a:noFill/>
          <a:ln>
            <a:noFill/>
          </a:ln>
        </p:spPr>
      </p:pic>
    </p:spTree>
    <p:extLst>
      <p:ext uri="{BB962C8B-B14F-4D97-AF65-F5344CB8AC3E}">
        <p14:creationId xmlns:p14="http://schemas.microsoft.com/office/powerpoint/2010/main" val="2977729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4278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Risco de explosão / materiais elétricos inadequados em áreas classificadas</a:t>
            </a:r>
          </a:p>
        </p:txBody>
      </p:sp>
      <p:pic>
        <p:nvPicPr>
          <p:cNvPr id="11" name="Picture 4" descr="DSC08877">
            <a:extLst>
              <a:ext uri="{FF2B5EF4-FFF2-40B4-BE49-F238E27FC236}">
                <a16:creationId xmlns:a16="http://schemas.microsoft.com/office/drawing/2014/main" id="{6F27F622-722C-45F5-BFC0-61108CE86BBF}"/>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68419" y="2061175"/>
            <a:ext cx="6489007" cy="319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52390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22B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Dispositivos de proteção burlados ou sem manutenção. </a:t>
            </a:r>
          </a:p>
        </p:txBody>
      </p:sp>
      <p:pic>
        <p:nvPicPr>
          <p:cNvPr id="11" name="Imagem 10">
            <a:extLst>
              <a:ext uri="{FF2B5EF4-FFF2-40B4-BE49-F238E27FC236}">
                <a16:creationId xmlns:a16="http://schemas.microsoft.com/office/drawing/2014/main" id="{FC450D3A-4E90-4119-B484-F5EB7A1B283F}"/>
              </a:ext>
            </a:extLst>
          </p:cNvPr>
          <p:cNvPicPr>
            <a:picLocks noChangeAspect="1"/>
          </p:cNvPicPr>
          <p:nvPr/>
        </p:nvPicPr>
        <p:blipFill>
          <a:blip r:embed="rId2"/>
          <a:stretch>
            <a:fillRect/>
          </a:stretch>
        </p:blipFill>
        <p:spPr>
          <a:xfrm>
            <a:off x="368419" y="1902172"/>
            <a:ext cx="6552073" cy="3784231"/>
          </a:xfrm>
          <a:prstGeom prst="rect">
            <a:avLst/>
          </a:prstGeom>
        </p:spPr>
      </p:pic>
    </p:spTree>
    <p:extLst>
      <p:ext uri="{BB962C8B-B14F-4D97-AF65-F5344CB8AC3E}">
        <p14:creationId xmlns:p14="http://schemas.microsoft.com/office/powerpoint/2010/main" val="29527922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4278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Máquinas inadequadas</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solidFill>
                  <a:schemeClr val="bg1"/>
                </a:solidFill>
                <a:latin typeface="Segoe UI Light" panose="020B0502040204020203" pitchFamily="34" charset="0"/>
                <a:cs typeface="Segoe UI Light" panose="020B0502040204020203" pitchFamily="34" charset="0"/>
              </a:rPr>
              <a:t>Máquinas que não atendem a NR12 – Máquinas sem proteção nas partes móveis</a:t>
            </a:r>
          </a:p>
        </p:txBody>
      </p:sp>
      <p:pic>
        <p:nvPicPr>
          <p:cNvPr id="10" name="Imagem 9">
            <a:extLst>
              <a:ext uri="{FF2B5EF4-FFF2-40B4-BE49-F238E27FC236}">
                <a16:creationId xmlns:a16="http://schemas.microsoft.com/office/drawing/2014/main" id="{CB115E4F-797D-4302-A0FD-A7E2612D811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4164" y="1480200"/>
            <a:ext cx="6058247" cy="4525360"/>
          </a:xfrm>
          <a:prstGeom prst="rect">
            <a:avLst/>
          </a:prstGeom>
        </p:spPr>
      </p:pic>
    </p:spTree>
    <p:extLst>
      <p:ext uri="{BB962C8B-B14F-4D97-AF65-F5344CB8AC3E}">
        <p14:creationId xmlns:p14="http://schemas.microsoft.com/office/powerpoint/2010/main" val="28385778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427883"/>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concebidas com todos os sistemas de segurança </a:t>
            </a:r>
          </a:p>
        </p:txBody>
      </p:sp>
      <p:pic>
        <p:nvPicPr>
          <p:cNvPr id="12" name="Imagem 11">
            <a:extLst>
              <a:ext uri="{FF2B5EF4-FFF2-40B4-BE49-F238E27FC236}">
                <a16:creationId xmlns:a16="http://schemas.microsoft.com/office/drawing/2014/main" id="{864CC70B-D90D-4B3C-967F-20B9E93375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27931" y="1641436"/>
            <a:ext cx="5512759" cy="4670909"/>
          </a:xfrm>
          <a:prstGeom prst="rect">
            <a:avLst/>
          </a:prstGeom>
        </p:spPr>
      </p:pic>
    </p:spTree>
    <p:extLst>
      <p:ext uri="{BB962C8B-B14F-4D97-AF65-F5344CB8AC3E}">
        <p14:creationId xmlns:p14="http://schemas.microsoft.com/office/powerpoint/2010/main" val="15101788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m 10">
            <a:extLst>
              <a:ext uri="{FF2B5EF4-FFF2-40B4-BE49-F238E27FC236}">
                <a16:creationId xmlns:a16="http://schemas.microsoft.com/office/drawing/2014/main" id="{5C00612D-9FFA-4BFA-BF76-B6D58CE90C5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870" y="2078938"/>
            <a:ext cx="7182550" cy="3049682"/>
          </a:xfrm>
          <a:prstGeom prst="rect">
            <a:avLst/>
          </a:prstGeom>
        </p:spPr>
      </p:pic>
      <p:sp>
        <p:nvSpPr>
          <p:cNvPr id="8" name="Rectangle 7"/>
          <p:cNvSpPr/>
          <p:nvPr/>
        </p:nvSpPr>
        <p:spPr>
          <a:xfrm>
            <a:off x="7239811" y="0"/>
            <a:ext cx="4952190" cy="6858000"/>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2067859" y="6003121"/>
            <a:ext cx="5108299" cy="2286000"/>
          </a:xfrm>
          <a:prstGeom prst="rect">
            <a:avLst/>
          </a:prstGeom>
          <a:solidFill>
            <a:srgbClr val="22B0D3"/>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spTree>
    <p:extLst>
      <p:ext uri="{BB962C8B-B14F-4D97-AF65-F5344CB8AC3E}">
        <p14:creationId xmlns:p14="http://schemas.microsoft.com/office/powerpoint/2010/main" val="12914134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427883"/>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pic>
        <p:nvPicPr>
          <p:cNvPr id="10" name="Imagem 9">
            <a:extLst>
              <a:ext uri="{FF2B5EF4-FFF2-40B4-BE49-F238E27FC236}">
                <a16:creationId xmlns:a16="http://schemas.microsoft.com/office/drawing/2014/main" id="{CA1E62C8-11B0-4042-9783-8D8A652CBEE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1317" y="1495856"/>
            <a:ext cx="3773346" cy="2598412"/>
          </a:xfrm>
          <a:prstGeom prst="rect">
            <a:avLst/>
          </a:prstGeom>
        </p:spPr>
      </p:pic>
      <p:pic>
        <p:nvPicPr>
          <p:cNvPr id="11" name="Imagem 10">
            <a:extLst>
              <a:ext uri="{FF2B5EF4-FFF2-40B4-BE49-F238E27FC236}">
                <a16:creationId xmlns:a16="http://schemas.microsoft.com/office/drawing/2014/main" id="{E693C797-36DF-4A6E-8CC4-81C13AEF3E1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568413" y="3428999"/>
            <a:ext cx="3210661" cy="2705840"/>
          </a:xfrm>
          <a:prstGeom prst="rect">
            <a:avLst/>
          </a:prstGeom>
        </p:spPr>
      </p:pic>
    </p:spTree>
    <p:extLst>
      <p:ext uri="{BB962C8B-B14F-4D97-AF65-F5344CB8AC3E}">
        <p14:creationId xmlns:p14="http://schemas.microsoft.com/office/powerpoint/2010/main" val="37932707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9D3D100F-576C-4B67-9ACC-50BA5AC0297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0240" y="2239589"/>
            <a:ext cx="7239810" cy="3099990"/>
          </a:xfrm>
          <a:prstGeom prst="rect">
            <a:avLst/>
          </a:prstGeom>
        </p:spPr>
      </p:pic>
      <p:sp>
        <p:nvSpPr>
          <p:cNvPr id="8" name="Rectangle 7"/>
          <p:cNvSpPr/>
          <p:nvPr/>
        </p:nvSpPr>
        <p:spPr>
          <a:xfrm>
            <a:off x="7239811" y="0"/>
            <a:ext cx="4952190" cy="6858000"/>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2067859" y="6003121"/>
            <a:ext cx="5108299" cy="2286000"/>
          </a:xfrm>
          <a:prstGeom prst="rect">
            <a:avLst/>
          </a:prstGeom>
          <a:solidFill>
            <a:srgbClr val="22B0D3"/>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2881108"/>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spTree>
    <p:extLst>
      <p:ext uri="{BB962C8B-B14F-4D97-AF65-F5344CB8AC3E}">
        <p14:creationId xmlns:p14="http://schemas.microsoft.com/office/powerpoint/2010/main" val="36606634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8CD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6">
            <a:extLst>
              <a:ext uri="{FF2B5EF4-FFF2-40B4-BE49-F238E27FC236}">
                <a16:creationId xmlns:a16="http://schemas.microsoft.com/office/drawing/2014/main" id="{4170888A-BD64-4634-8AB6-B1F60F9BAE0D}"/>
              </a:ext>
            </a:extLst>
          </p:cNvPr>
          <p:cNvSpPr/>
          <p:nvPr/>
        </p:nvSpPr>
        <p:spPr>
          <a:xfrm rot="1598722">
            <a:off x="9564062" y="-1452756"/>
            <a:ext cx="5108299" cy="2286000"/>
          </a:xfrm>
          <a:prstGeom prst="rect">
            <a:avLst/>
          </a:prstGeom>
          <a:solidFill>
            <a:srgbClr val="427883"/>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291317" y="263687"/>
            <a:ext cx="681765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dirty="0">
                <a:solidFill>
                  <a:schemeClr val="tx1">
                    <a:lumMod val="65000"/>
                    <a:lumOff val="35000"/>
                  </a:schemeClr>
                </a:solidFill>
                <a:latin typeface="Bebas Neue" panose="020B0606020202050201" pitchFamily="34" charset="0"/>
              </a:rPr>
              <a:t>Exemplos de Adequação</a:t>
            </a:r>
          </a:p>
        </p:txBody>
      </p:sp>
      <p:sp>
        <p:nvSpPr>
          <p:cNvPr id="21" name="Rectangle 20"/>
          <p:cNvSpPr/>
          <p:nvPr/>
        </p:nvSpPr>
        <p:spPr>
          <a:xfrm>
            <a:off x="368419" y="981686"/>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460916" y="3115121"/>
            <a:ext cx="450997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b="1" dirty="0">
                <a:latin typeface="Segoe UI Light" panose="020B0502040204020203" pitchFamily="34" charset="0"/>
                <a:cs typeface="Segoe UI Light" panose="020B0502040204020203" pitchFamily="34" charset="0"/>
              </a:rPr>
              <a:t>Máquinas que passaram pelo processo de adequação :</a:t>
            </a:r>
          </a:p>
        </p:txBody>
      </p:sp>
      <p:pic>
        <p:nvPicPr>
          <p:cNvPr id="12" name="Imagem 11">
            <a:extLst>
              <a:ext uri="{FF2B5EF4-FFF2-40B4-BE49-F238E27FC236}">
                <a16:creationId xmlns:a16="http://schemas.microsoft.com/office/drawing/2014/main" id="{B0B326D7-87EA-4341-AB63-9C24EFC224D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9001" y="2125503"/>
            <a:ext cx="7190809" cy="3066099"/>
          </a:xfrm>
          <a:prstGeom prst="rect">
            <a:avLst/>
          </a:prstGeom>
        </p:spPr>
      </p:pic>
    </p:spTree>
    <p:extLst>
      <p:ext uri="{BB962C8B-B14F-4D97-AF65-F5344CB8AC3E}">
        <p14:creationId xmlns:p14="http://schemas.microsoft.com/office/powerpoint/2010/main" val="13160286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750" fill="hold"/>
                                        <p:tgtEl>
                                          <p:spTgt spid="14"/>
                                        </p:tgtEl>
                                        <p:attrNameLst>
                                          <p:attrName>ppt_x</p:attrName>
                                        </p:attrNameLst>
                                      </p:cBhvr>
                                      <p:tavLst>
                                        <p:tav tm="0">
                                          <p:val>
                                            <p:strVal val="1+#ppt_w/2"/>
                                          </p:val>
                                        </p:tav>
                                        <p:tav tm="100000">
                                          <p:val>
                                            <p:strVal val="#ppt_x"/>
                                          </p:val>
                                        </p:tav>
                                      </p:tavLst>
                                    </p:anim>
                                    <p:anim calcmode="lin" valueType="num">
                                      <p:cBhvr additive="base">
                                        <p:cTn id="31"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0" grpId="0"/>
      <p:bldP spid="21" grpId="0" animBg="1"/>
      <p:bldP spid="22" grpId="0"/>
      <p:bldP spid="18" grpId="0"/>
      <p:bldP spid="3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166255" y="0"/>
            <a:ext cx="1235825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extBox 2"/>
          <p:cNvSpPr txBox="1"/>
          <p:nvPr/>
        </p:nvSpPr>
        <p:spPr>
          <a:xfrm>
            <a:off x="2167108" y="1874702"/>
            <a:ext cx="7691529" cy="2646878"/>
          </a:xfrm>
          <a:prstGeom prst="rect">
            <a:avLst/>
          </a:prstGeom>
          <a:noFill/>
        </p:spPr>
        <p:txBody>
          <a:bodyPr wrap="none" rtlCol="0">
            <a:spAutoFit/>
          </a:bodyPr>
          <a:lstStyle/>
          <a:p>
            <a:pPr algn="ctr"/>
            <a:r>
              <a:rPr lang="pt-BR" sz="16600">
                <a:solidFill>
                  <a:schemeClr val="bg1"/>
                </a:solidFill>
                <a:latin typeface="Bebas Neue" panose="020B0606020202050201" pitchFamily="34" charset="0"/>
              </a:rPr>
              <a:t>OBRIGADO ! </a:t>
            </a:r>
            <a:endParaRPr lang="pt-BR" sz="16600" dirty="0">
              <a:solidFill>
                <a:schemeClr val="bg1"/>
              </a:solidFill>
              <a:latin typeface="Bebas Neue" panose="020B0606020202050201" pitchFamily="34" charset="0"/>
            </a:endParaRP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Tree>
    <p:extLst>
      <p:ext uri="{BB962C8B-B14F-4D97-AF65-F5344CB8AC3E}">
        <p14:creationId xmlns:p14="http://schemas.microsoft.com/office/powerpoint/2010/main" val="105429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ixadeira de cinta: Como escolher a melhor em 2020? | REVIEWBOX">
            <a:extLst>
              <a:ext uri="{FF2B5EF4-FFF2-40B4-BE49-F238E27FC236}">
                <a16:creationId xmlns:a16="http://schemas.microsoft.com/office/drawing/2014/main" id="{45BE74C6-D5E5-4AF1-94C1-4A98F9E777B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13312" b="18106"/>
          <a:stretch/>
        </p:blipFill>
        <p:spPr bwMode="auto">
          <a:xfrm>
            <a:off x="-375219" y="0"/>
            <a:ext cx="1256721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8032" y="2540295"/>
            <a:ext cx="11872844" cy="1588127"/>
          </a:xfrm>
          <a:prstGeom prst="rect">
            <a:avLst/>
          </a:prstGeom>
          <a:noFill/>
        </p:spPr>
        <p:txBody>
          <a:bodyPr wrap="square" rtlCol="0">
            <a:spAutoFit/>
          </a:bodyPr>
          <a:lstStyle/>
          <a:p>
            <a:pPr algn="ctr">
              <a:lnSpc>
                <a:spcPct val="90000"/>
              </a:lnSpc>
            </a:pPr>
            <a:r>
              <a:rPr lang="pt-BR" altLang="pt-BR" sz="5400" b="1" dirty="0" smtClean="0">
                <a:solidFill>
                  <a:schemeClr val="bg1"/>
                </a:solidFill>
                <a:latin typeface="Arial" panose="020B0604020202020204" pitchFamily="34" charset="0"/>
                <a:cs typeface="Arial" panose="020B0604020202020204" pitchFamily="34" charset="0"/>
              </a:rPr>
              <a:t>SEGURANÇA DO TRABALHO NO USO DE LIXADEIRAS</a:t>
            </a:r>
            <a:endParaRPr lang="pt-BR" altLang="pt-BR" sz="5400" b="1" dirty="0">
              <a:solidFill>
                <a:schemeClr val="bg1"/>
              </a:solidFill>
              <a:latin typeface="Arial" panose="020B0604020202020204" pitchFamily="34" charset="0"/>
              <a:cs typeface="Arial" panose="020B0604020202020204" pitchFamily="34" charset="0"/>
            </a:endParaRPr>
          </a:p>
        </p:txBody>
      </p:sp>
      <p:grpSp>
        <p:nvGrpSpPr>
          <p:cNvPr id="5" name="Group 4"/>
          <p:cNvGrpSpPr/>
          <p:nvPr/>
        </p:nvGrpSpPr>
        <p:grpSpPr>
          <a:xfrm>
            <a:off x="48417"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Tree>
    <p:extLst>
      <p:ext uri="{BB962C8B-B14F-4D97-AF65-F5344CB8AC3E}">
        <p14:creationId xmlns:p14="http://schemas.microsoft.com/office/powerpoint/2010/main" val="1139709387"/>
      </p:ext>
    </p:extLst>
  </p:cSld>
  <p:clrMapOvr>
    <a:masterClrMapping/>
  </p:clrMapOvr>
  <mc:AlternateContent xmlns:mc="http://schemas.openxmlformats.org/markup-compatibility/2006" xmlns:p14="http://schemas.microsoft.com/office/powerpoint/2010/main">
    <mc:Choice Requires="p14">
      <p:transition spd="med" p14:dur="700" advTm="4174">
        <p:fade/>
      </p:transition>
    </mc:Choice>
    <mc:Fallback xmlns="">
      <p:transition spd="med" advTm="41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p:cNvSpPr txBox="1">
            <a:spLocks/>
          </p:cNvSpPr>
          <p:nvPr/>
        </p:nvSpPr>
        <p:spPr>
          <a:xfrm>
            <a:off x="285079" y="2230411"/>
            <a:ext cx="5806138" cy="682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b="1" dirty="0" smtClean="0">
                <a:solidFill>
                  <a:srgbClr val="595959"/>
                </a:solidFill>
                <a:latin typeface="Arial" panose="020B0604020202020204" pitchFamily="34" charset="0"/>
                <a:cs typeface="Arial" panose="020B0604020202020204" pitchFamily="34" charset="0"/>
              </a:rPr>
              <a:t>INFORMAÇÕES IMPORTANTES</a:t>
            </a:r>
            <a:endParaRPr lang="pt-BR" altLang="pt-BR" b="1" dirty="0">
              <a:solidFill>
                <a:srgbClr val="595959"/>
              </a:solidFill>
              <a:latin typeface="Arial" panose="020B0604020202020204" pitchFamily="34" charset="0"/>
              <a:cs typeface="Arial" panose="020B0604020202020204" pitchFamily="34" charset="0"/>
            </a:endParaRPr>
          </a:p>
        </p:txBody>
      </p:sp>
      <p:sp>
        <p:nvSpPr>
          <p:cNvPr id="18" name="Rectangle 17"/>
          <p:cNvSpPr/>
          <p:nvPr/>
        </p:nvSpPr>
        <p:spPr>
          <a:xfrm>
            <a:off x="358253" y="283365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Text Placeholder 4"/>
          <p:cNvSpPr txBox="1">
            <a:spLocks/>
          </p:cNvSpPr>
          <p:nvPr/>
        </p:nvSpPr>
        <p:spPr>
          <a:xfrm>
            <a:off x="285079" y="4019526"/>
            <a:ext cx="7893659" cy="9375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000" dirty="0">
                <a:latin typeface="Arial" panose="020B0604020202020204" pitchFamily="34" charset="0"/>
                <a:cs typeface="Arial" panose="020B0604020202020204" pitchFamily="34" charset="0"/>
              </a:rPr>
              <a:t>PARA CORTE: Espessura menor;</a:t>
            </a:r>
          </a:p>
          <a:p>
            <a:r>
              <a:rPr lang="pt-BR" altLang="pt-BR" sz="2000" dirty="0">
                <a:latin typeface="Arial" panose="020B0604020202020204" pitchFamily="34" charset="0"/>
                <a:cs typeface="Arial" panose="020B0604020202020204" pitchFamily="34" charset="0"/>
              </a:rPr>
              <a:t>PARA DESBASTE: Espessura maior.</a:t>
            </a:r>
          </a:p>
          <a:p>
            <a:pPr marL="0" indent="0">
              <a:lnSpc>
                <a:spcPct val="114000"/>
              </a:lnSpc>
              <a:buNone/>
              <a:defRPr/>
            </a:pPr>
            <a:endParaRPr lang="pt-BR" sz="1200" dirty="0">
              <a:solidFill>
                <a:schemeClr val="bg1">
                  <a:lumMod val="65000"/>
                </a:schemeClr>
              </a:solidFill>
              <a:latin typeface="Arial" panose="020B0604020202020204" pitchFamily="34" charset="0"/>
              <a:cs typeface="Arial" panose="020B0604020202020204" pitchFamily="34" charset="0"/>
            </a:endParaRPr>
          </a:p>
        </p:txBody>
      </p:sp>
      <p:pic>
        <p:nvPicPr>
          <p:cNvPr id="2" name="Espaço Reservado para Imagem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269" b="13269"/>
          <a:stretch>
            <a:fillRect/>
          </a:stretch>
        </p:blipFill>
        <p:spPr/>
      </p:pic>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 Placeholder 4">
            <a:extLst>
              <a:ext uri="{FF2B5EF4-FFF2-40B4-BE49-F238E27FC236}">
                <a16:creationId xmlns:a16="http://schemas.microsoft.com/office/drawing/2014/main" id="{8B165198-3C94-4CF2-8634-BCB5C5578F3F}"/>
              </a:ext>
            </a:extLst>
          </p:cNvPr>
          <p:cNvSpPr txBox="1">
            <a:spLocks/>
          </p:cNvSpPr>
          <p:nvPr/>
        </p:nvSpPr>
        <p:spPr>
          <a:xfrm>
            <a:off x="285079" y="3002401"/>
            <a:ext cx="5806138" cy="6824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2400" b="1" dirty="0" smtClean="0">
                <a:solidFill>
                  <a:srgbClr val="595959"/>
                </a:solidFill>
                <a:latin typeface="Arial" panose="020B0604020202020204" pitchFamily="34" charset="0"/>
                <a:cs typeface="Arial" panose="020B0604020202020204" pitchFamily="34" charset="0"/>
              </a:rPr>
              <a:t>ESPECIFICAÇÕES:</a:t>
            </a:r>
            <a:endParaRPr lang="pt-BR" altLang="pt-BR" sz="2400" b="1" dirty="0">
              <a:solidFill>
                <a:srgbClr val="595959"/>
              </a:solidFill>
              <a:latin typeface="Arial" panose="020B0604020202020204" pitchFamily="34" charset="0"/>
              <a:cs typeface="Arial" panose="020B0604020202020204" pitchFamily="34" charset="0"/>
            </a:endParaRPr>
          </a:p>
        </p:txBody>
      </p:sp>
      <p:pic>
        <p:nvPicPr>
          <p:cNvPr id="4" name="Imagem 3">
            <a:extLst>
              <a:ext uri="{FF2B5EF4-FFF2-40B4-BE49-F238E27FC236}">
                <a16:creationId xmlns:a16="http://schemas.microsoft.com/office/drawing/2014/main" id="{CC4B1CE4-DF8A-488B-90B4-A323773958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33509" y="4394934"/>
            <a:ext cx="1690457" cy="136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m 2">
            <a:extLst>
              <a:ext uri="{FF2B5EF4-FFF2-40B4-BE49-F238E27FC236}">
                <a16:creationId xmlns:a16="http://schemas.microsoft.com/office/drawing/2014/main" id="{3596553A-0708-4E58-969F-75F35398CB4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46174" y="4375004"/>
            <a:ext cx="1462087" cy="1404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aixaDeTexto 5">
            <a:extLst>
              <a:ext uri="{FF2B5EF4-FFF2-40B4-BE49-F238E27FC236}">
                <a16:creationId xmlns:a16="http://schemas.microsoft.com/office/drawing/2014/main" id="{F52F3E3C-69A8-4CB7-91DC-C8489747A4A7}"/>
              </a:ext>
            </a:extLst>
          </p:cNvPr>
          <p:cNvSpPr txBox="1"/>
          <p:nvPr/>
        </p:nvSpPr>
        <p:spPr>
          <a:xfrm>
            <a:off x="7447693" y="5735397"/>
            <a:ext cx="1462088" cy="252413"/>
          </a:xfrm>
          <a:prstGeom prst="rect">
            <a:avLst/>
          </a:prstGeom>
          <a:noFill/>
        </p:spPr>
        <p:txBody>
          <a:bodyPr wrap="none">
            <a:spAutoFit/>
          </a:bodyPr>
          <a:lstStyle/>
          <a:p>
            <a:pPr>
              <a:defRPr/>
            </a:pPr>
            <a:r>
              <a:rPr lang="pt-BR" sz="1050" i="1" dirty="0">
                <a:latin typeface="+mn-lt"/>
                <a:ea typeface="+mn-ea"/>
              </a:rPr>
              <a:t>Fonte: Google Imagens</a:t>
            </a:r>
            <a:endParaRPr lang="pt-BR" i="1" dirty="0">
              <a:latin typeface="+mn-lt"/>
              <a:ea typeface="+mn-ea"/>
            </a:endParaRPr>
          </a:p>
        </p:txBody>
      </p:sp>
    </p:spTree>
    <p:extLst>
      <p:ext uri="{BB962C8B-B14F-4D97-AF65-F5344CB8AC3E}">
        <p14:creationId xmlns:p14="http://schemas.microsoft.com/office/powerpoint/2010/main" val="32487809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75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18237"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Text Placeholder 4"/>
          <p:cNvSpPr txBox="1">
            <a:spLocks/>
          </p:cNvSpPr>
          <p:nvPr/>
        </p:nvSpPr>
        <p:spPr>
          <a:xfrm flipH="1">
            <a:off x="6838478" y="2543910"/>
            <a:ext cx="4985703"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INFORMAÇÕES IMPORTANTES</a:t>
            </a:r>
            <a:endParaRPr lang="pt-BR" sz="4000" b="1"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flipH="1">
            <a:off x="11469033"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p>
        </p:txBody>
      </p:sp>
      <p:sp>
        <p:nvSpPr>
          <p:cNvPr id="13" name="Half Frame 12"/>
          <p:cNvSpPr/>
          <p:nvPr/>
        </p:nvSpPr>
        <p:spPr>
          <a:xfrm>
            <a:off x="6379793"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2" name="Retângulo 1"/>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Text Placeholder 6">
            <a:extLst>
              <a:ext uri="{FF2B5EF4-FFF2-40B4-BE49-F238E27FC236}">
                <a16:creationId xmlns:a16="http://schemas.microsoft.com/office/drawing/2014/main" id="{A6E60B8D-1B70-443F-AC35-192FDA2DFDE3}"/>
              </a:ext>
            </a:extLst>
          </p:cNvPr>
          <p:cNvSpPr txBox="1">
            <a:spLocks/>
          </p:cNvSpPr>
          <p:nvPr/>
        </p:nvSpPr>
        <p:spPr>
          <a:xfrm>
            <a:off x="231641" y="1863625"/>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200" b="1" dirty="0" smtClean="0">
                <a:solidFill>
                  <a:schemeClr val="tx1">
                    <a:lumMod val="65000"/>
                    <a:lumOff val="35000"/>
                  </a:schemeClr>
                </a:solidFill>
                <a:latin typeface="Arial" panose="020B0604020202020204" pitchFamily="34" charset="0"/>
                <a:cs typeface="Arial" panose="020B0604020202020204" pitchFamily="34" charset="0"/>
              </a:rPr>
              <a:t>ÂNGULO DE UTILIZAÇÃO:</a:t>
            </a:r>
            <a:endParaRPr lang="pt-BR" sz="32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4" name="Text Placeholder 4">
            <a:extLst>
              <a:ext uri="{FF2B5EF4-FFF2-40B4-BE49-F238E27FC236}">
                <a16:creationId xmlns:a16="http://schemas.microsoft.com/office/drawing/2014/main" id="{DC27EDD1-7F4B-4F3C-9E6E-B66011A2DA29}"/>
              </a:ext>
            </a:extLst>
          </p:cNvPr>
          <p:cNvSpPr txBox="1">
            <a:spLocks/>
          </p:cNvSpPr>
          <p:nvPr/>
        </p:nvSpPr>
        <p:spPr>
          <a:xfrm>
            <a:off x="231641" y="2755564"/>
            <a:ext cx="5744017" cy="1647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tLang="pt-BR" sz="2400" dirty="0">
                <a:latin typeface="Arial" panose="020B0604020202020204" pitchFamily="34" charset="0"/>
                <a:cs typeface="Arial" panose="020B0604020202020204" pitchFamily="34" charset="0"/>
              </a:rPr>
              <a:t>DISCO de CORTE: ângulo de 90º em relação a peça;</a:t>
            </a:r>
          </a:p>
          <a:p>
            <a:r>
              <a:rPr lang="pt-BR" altLang="pt-BR" sz="2400" dirty="0">
                <a:latin typeface="Arial" panose="020B0604020202020204" pitchFamily="34" charset="0"/>
                <a:cs typeface="Arial" panose="020B0604020202020204" pitchFamily="34" charset="0"/>
              </a:rPr>
              <a:t>DISCO de DESBASTE: ângulo varia entre 30º e 45º em relação a peça.</a:t>
            </a:r>
          </a:p>
        </p:txBody>
      </p:sp>
      <p:sp>
        <p:nvSpPr>
          <p:cNvPr id="15" name="Text Placeholder 4">
            <a:extLst>
              <a:ext uri="{FF2B5EF4-FFF2-40B4-BE49-F238E27FC236}">
                <a16:creationId xmlns:a16="http://schemas.microsoft.com/office/drawing/2014/main" id="{76A710F4-15FC-4C7B-8D9E-104E6F01CF2A}"/>
              </a:ext>
            </a:extLst>
          </p:cNvPr>
          <p:cNvSpPr txBox="1">
            <a:spLocks/>
          </p:cNvSpPr>
          <p:nvPr/>
        </p:nvSpPr>
        <p:spPr>
          <a:xfrm>
            <a:off x="190182" y="5520815"/>
            <a:ext cx="11318804" cy="1647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altLang="pt-BR" sz="2400" dirty="0">
                <a:latin typeface="Arial" panose="020B0604020202020204" pitchFamily="34" charset="0"/>
                <a:cs typeface="Arial" panose="020B0604020202020204" pitchFamily="34" charset="0"/>
              </a:rPr>
              <a:t>*A capacidade de Rotação dos disco vem impressa no mesmo, tem que ser superior a rotação da Lixadeira. Caso contrário, ele não vai suportar e vai se romper.</a:t>
            </a:r>
          </a:p>
        </p:txBody>
      </p:sp>
      <p:pic>
        <p:nvPicPr>
          <p:cNvPr id="8" name="Imagem 3">
            <a:extLst>
              <a:ext uri="{FF2B5EF4-FFF2-40B4-BE49-F238E27FC236}">
                <a16:creationId xmlns:a16="http://schemas.microsoft.com/office/drawing/2014/main" id="{2BC6D1E0-CC8E-4DFF-9397-616CDC7C3A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405" y="311206"/>
            <a:ext cx="1690457" cy="136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Imagem 2">
            <a:extLst>
              <a:ext uri="{FF2B5EF4-FFF2-40B4-BE49-F238E27FC236}">
                <a16:creationId xmlns:a16="http://schemas.microsoft.com/office/drawing/2014/main" id="{BC631EFB-7CE8-4FFA-B7C4-E5E7A848ED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14070" y="291276"/>
            <a:ext cx="1462087" cy="1404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CaixaDeTexto 23">
            <a:extLst>
              <a:ext uri="{FF2B5EF4-FFF2-40B4-BE49-F238E27FC236}">
                <a16:creationId xmlns:a16="http://schemas.microsoft.com/office/drawing/2014/main" id="{56C7D6CB-3472-44EF-A4F5-A7DC2EFA515F}"/>
              </a:ext>
            </a:extLst>
          </p:cNvPr>
          <p:cNvSpPr txBox="1"/>
          <p:nvPr/>
        </p:nvSpPr>
        <p:spPr>
          <a:xfrm>
            <a:off x="9115589" y="1651669"/>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140338"/>
      </p:ext>
    </p:extLst>
  </p:cSld>
  <p:clrMapOvr>
    <a:masterClrMapping/>
  </p:clrMapOvr>
  <mc:AlternateContent xmlns:mc="http://schemas.openxmlformats.org/markup-compatibility/2006" xmlns:p14="http://schemas.microsoft.com/office/powerpoint/2010/main">
    <mc:Choice Requires="p14">
      <p:transition spd="slow" p14:dur="2000" advTm="5929"/>
    </mc:Choice>
    <mc:Fallback xmlns="">
      <p:transition spd="slow" advTm="5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15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275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275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1+#ppt_w/2"/>
                                          </p:val>
                                        </p:tav>
                                        <p:tav tm="100000">
                                          <p:val>
                                            <p:strVal val="#ppt_x"/>
                                          </p:val>
                                        </p:tav>
                                      </p:tavLst>
                                    </p:anim>
                                    <p:anim calcmode="lin" valueType="num">
                                      <p:cBhvr additive="base">
                                        <p:cTn id="2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animBg="1"/>
      <p:bldP spid="13" grpId="0" animBg="1"/>
      <p:bldP spid="14" grpId="0"/>
      <p:bldP spid="1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973762"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Text Placeholder 4"/>
          <p:cNvSpPr txBox="1">
            <a:spLocks/>
          </p:cNvSpPr>
          <p:nvPr/>
        </p:nvSpPr>
        <p:spPr>
          <a:xfrm>
            <a:off x="-1216728" y="2566887"/>
            <a:ext cx="6616865"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3600" dirty="0" smtClean="0">
                <a:solidFill>
                  <a:schemeClr val="bg1"/>
                </a:solidFill>
                <a:latin typeface="Arial" panose="020B0604020202020204" pitchFamily="34" charset="0"/>
                <a:cs typeface="Arial" panose="020B0604020202020204" pitchFamily="34" charset="0"/>
              </a:rPr>
              <a:t>INFORMAÇÕES </a:t>
            </a:r>
          </a:p>
          <a:p>
            <a:pPr marL="0" indent="0" algn="r">
              <a:lnSpc>
                <a:spcPct val="100000"/>
              </a:lnSpc>
              <a:spcBef>
                <a:spcPts val="0"/>
              </a:spcBef>
              <a:buNone/>
              <a:defRPr/>
            </a:pPr>
            <a:r>
              <a:rPr lang="pt-BR" sz="3600" dirty="0" smtClean="0">
                <a:solidFill>
                  <a:schemeClr val="bg1"/>
                </a:solidFill>
                <a:latin typeface="Arial" panose="020B0604020202020204" pitchFamily="34" charset="0"/>
                <a:cs typeface="Arial" panose="020B0604020202020204" pitchFamily="34" charset="0"/>
              </a:rPr>
              <a:t>IMPORTANTES</a:t>
            </a:r>
            <a:endParaRPr lang="pt-BR" sz="3600"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530401"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5" name="Half Frame 44"/>
          <p:cNvSpPr/>
          <p:nvPr/>
        </p:nvSpPr>
        <p:spPr>
          <a:xfrm flipH="1">
            <a:off x="5400137"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34" name="Retângulo 33"/>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Text Placeholder 4"/>
          <p:cNvSpPr txBox="1">
            <a:spLocks/>
          </p:cNvSpPr>
          <p:nvPr/>
        </p:nvSpPr>
        <p:spPr>
          <a:xfrm>
            <a:off x="6216652" y="1143293"/>
            <a:ext cx="5744017"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5196" indent="-342900" algn="just">
              <a:spcBef>
                <a:spcPct val="50000"/>
              </a:spcBef>
              <a:buClr>
                <a:schemeClr val="bg2"/>
              </a:buClr>
              <a:defRPr/>
            </a:pPr>
            <a:r>
              <a:rPr lang="pt-BR" altLang="pt-BR" sz="2400" dirty="0">
                <a:latin typeface="Arial" panose="020B0604020202020204" pitchFamily="34" charset="0"/>
                <a:ea typeface="Verdana" panose="020B0604030504040204" pitchFamily="34" charset="0"/>
                <a:cs typeface="Arial" panose="020B0604020202020204" pitchFamily="34" charset="0"/>
              </a:rPr>
              <a:t>8.500 rpm (rotações por minuto); </a:t>
            </a:r>
          </a:p>
          <a:p>
            <a:pPr marL="425196" indent="-342900" algn="just">
              <a:spcBef>
                <a:spcPct val="50000"/>
              </a:spcBef>
              <a:buClr>
                <a:schemeClr val="bg2"/>
              </a:buClr>
              <a:defRPr/>
            </a:pPr>
            <a:r>
              <a:rPr lang="pt-BR" altLang="pt-BR" sz="2400" dirty="0">
                <a:latin typeface="Arial" panose="020B0604020202020204" pitchFamily="34" charset="0"/>
                <a:ea typeface="Verdana" panose="020B0604030504040204" pitchFamily="34" charset="0"/>
                <a:cs typeface="Arial" panose="020B0604020202020204" pitchFamily="34" charset="0"/>
              </a:rPr>
              <a:t>288 Km/h.</a:t>
            </a:r>
          </a:p>
        </p:txBody>
      </p:sp>
      <p:sp>
        <p:nvSpPr>
          <p:cNvPr id="3" name="Text Placeholder 6">
            <a:extLst>
              <a:ext uri="{FF2B5EF4-FFF2-40B4-BE49-F238E27FC236}">
                <a16:creationId xmlns:a16="http://schemas.microsoft.com/office/drawing/2014/main" id="{99136041-2B77-4401-8E95-D2648BA4544D}"/>
              </a:ext>
            </a:extLst>
          </p:cNvPr>
          <p:cNvSpPr txBox="1">
            <a:spLocks/>
          </p:cNvSpPr>
          <p:nvPr/>
        </p:nvSpPr>
        <p:spPr>
          <a:xfrm>
            <a:off x="6491250" y="539300"/>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dirty="0" smtClean="0">
                <a:solidFill>
                  <a:schemeClr val="tx1">
                    <a:lumMod val="65000"/>
                    <a:lumOff val="35000"/>
                  </a:schemeClr>
                </a:solidFill>
                <a:latin typeface="Arial" panose="020B0604020202020204" pitchFamily="34" charset="0"/>
                <a:cs typeface="Arial" panose="020B0604020202020204" pitchFamily="34" charset="0"/>
              </a:rPr>
              <a:t>VELOCIDADE DE UM DISCO:</a:t>
            </a:r>
            <a:endParaRPr lang="pt-BR" b="1"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5" name="Imagem 4">
            <a:extLst>
              <a:ext uri="{FF2B5EF4-FFF2-40B4-BE49-F238E27FC236}">
                <a16:creationId xmlns:a16="http://schemas.microsoft.com/office/drawing/2014/main" id="{503FE535-7788-4649-BAE7-56FFEA0DD2CB}"/>
              </a:ext>
            </a:extLst>
          </p:cNvPr>
          <p:cNvPicPr>
            <a:picLocks noChangeAspect="1"/>
          </p:cNvPicPr>
          <p:nvPr/>
        </p:nvPicPr>
        <p:blipFill>
          <a:blip r:embed="rId3"/>
          <a:stretch>
            <a:fillRect/>
          </a:stretch>
        </p:blipFill>
        <p:spPr>
          <a:xfrm>
            <a:off x="9731209" y="4255753"/>
            <a:ext cx="2125290" cy="2298992"/>
          </a:xfrm>
          <a:prstGeom prst="rect">
            <a:avLst/>
          </a:prstGeom>
          <a:ln>
            <a:noFill/>
          </a:ln>
          <a:effectLst>
            <a:softEdge rad="112500"/>
          </a:effectLst>
        </p:spPr>
      </p:pic>
      <p:sp>
        <p:nvSpPr>
          <p:cNvPr id="7" name="Mais 8">
            <a:extLst>
              <a:ext uri="{FF2B5EF4-FFF2-40B4-BE49-F238E27FC236}">
                <a16:creationId xmlns:a16="http://schemas.microsoft.com/office/drawing/2014/main" id="{5AB053C5-0244-4A1F-AD9A-0F6D1AECB107}"/>
              </a:ext>
            </a:extLst>
          </p:cNvPr>
          <p:cNvSpPr/>
          <p:nvPr/>
        </p:nvSpPr>
        <p:spPr>
          <a:xfrm>
            <a:off x="8438694" y="4232667"/>
            <a:ext cx="325437" cy="365125"/>
          </a:xfrm>
          <a:prstGeom prst="math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latin typeface="Arial" panose="020B0604020202020204" pitchFamily="34" charset="0"/>
              <a:cs typeface="Arial" panose="020B0604020202020204" pitchFamily="34" charset="0"/>
            </a:endParaRPr>
          </a:p>
        </p:txBody>
      </p:sp>
      <p:pic>
        <p:nvPicPr>
          <p:cNvPr id="8" name="Imagem 7">
            <a:extLst>
              <a:ext uri="{FF2B5EF4-FFF2-40B4-BE49-F238E27FC236}">
                <a16:creationId xmlns:a16="http://schemas.microsoft.com/office/drawing/2014/main" id="{BC153CDE-C502-463B-85D6-401A2B69D677}"/>
              </a:ext>
            </a:extLst>
          </p:cNvPr>
          <p:cNvPicPr>
            <a:picLocks noChangeAspect="1"/>
          </p:cNvPicPr>
          <p:nvPr/>
        </p:nvPicPr>
        <p:blipFill>
          <a:blip r:embed="rId4" cstate="print"/>
          <a:stretch>
            <a:fillRect/>
          </a:stretch>
        </p:blipFill>
        <p:spPr>
          <a:xfrm>
            <a:off x="6011504" y="2518334"/>
            <a:ext cx="2629467" cy="1800200"/>
          </a:xfrm>
          <a:prstGeom prst="rect">
            <a:avLst/>
          </a:prstGeom>
          <a:ln>
            <a:noFill/>
          </a:ln>
          <a:effectLst>
            <a:softEdge rad="112500"/>
          </a:effectLst>
        </p:spPr>
      </p:pic>
      <p:sp>
        <p:nvSpPr>
          <p:cNvPr id="9" name="CaixaDeTexto 8">
            <a:extLst>
              <a:ext uri="{FF2B5EF4-FFF2-40B4-BE49-F238E27FC236}">
                <a16:creationId xmlns:a16="http://schemas.microsoft.com/office/drawing/2014/main" id="{EA4C0EC4-8BFA-4330-B4DE-28430DDF07E0}"/>
              </a:ext>
            </a:extLst>
          </p:cNvPr>
          <p:cNvSpPr txBox="1"/>
          <p:nvPr/>
        </p:nvSpPr>
        <p:spPr>
          <a:xfrm>
            <a:off x="8764131" y="4222016"/>
            <a:ext cx="569913" cy="400050"/>
          </a:xfrm>
          <a:prstGeom prst="rect">
            <a:avLst/>
          </a:prstGeom>
          <a:noFill/>
        </p:spPr>
        <p:txBody>
          <a:bodyPr wrap="none">
            <a:spAutoFit/>
          </a:bodyPr>
          <a:lstStyle/>
          <a:p>
            <a:pPr>
              <a:defRPr/>
            </a:pPr>
            <a:r>
              <a:rPr lang="pt-BR" sz="2000" b="1" dirty="0">
                <a:latin typeface="Arial" panose="020B0604020202020204" pitchFamily="34" charset="0"/>
                <a:cs typeface="Arial" panose="020B0604020202020204" pitchFamily="34" charset="0"/>
              </a:rPr>
              <a:t>OU</a:t>
            </a:r>
            <a:endParaRPr lang="pt-BR" b="1" dirty="0">
              <a:latin typeface="Arial" panose="020B0604020202020204" pitchFamily="34" charset="0"/>
              <a:cs typeface="Arial" panose="020B0604020202020204" pitchFamily="34" charset="0"/>
            </a:endParaRPr>
          </a:p>
        </p:txBody>
      </p:sp>
      <p:sp>
        <p:nvSpPr>
          <p:cNvPr id="11" name="Menos 11">
            <a:extLst>
              <a:ext uri="{FF2B5EF4-FFF2-40B4-BE49-F238E27FC236}">
                <a16:creationId xmlns:a16="http://schemas.microsoft.com/office/drawing/2014/main" id="{45614D75-B53B-4130-91C1-B66077ED10EA}"/>
              </a:ext>
            </a:extLst>
          </p:cNvPr>
          <p:cNvSpPr/>
          <p:nvPr/>
        </p:nvSpPr>
        <p:spPr>
          <a:xfrm>
            <a:off x="9247686" y="4258363"/>
            <a:ext cx="360363" cy="360362"/>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a:latin typeface="Arial" panose="020B0604020202020204" pitchFamily="34" charset="0"/>
              <a:cs typeface="Arial" panose="020B0604020202020204" pitchFamily="34" charset="0"/>
            </a:endParaRPr>
          </a:p>
        </p:txBody>
      </p:sp>
      <p:sp>
        <p:nvSpPr>
          <p:cNvPr id="13" name="CaixaDeTexto 12">
            <a:extLst>
              <a:ext uri="{FF2B5EF4-FFF2-40B4-BE49-F238E27FC236}">
                <a16:creationId xmlns:a16="http://schemas.microsoft.com/office/drawing/2014/main" id="{2A0100F3-3DC3-4231-AEA4-4FB6BEBA05A6}"/>
              </a:ext>
            </a:extLst>
          </p:cNvPr>
          <p:cNvSpPr txBox="1"/>
          <p:nvPr/>
        </p:nvSpPr>
        <p:spPr>
          <a:xfrm>
            <a:off x="9761949" y="6554745"/>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CaixaDeTexto 14">
            <a:extLst>
              <a:ext uri="{FF2B5EF4-FFF2-40B4-BE49-F238E27FC236}">
                <a16:creationId xmlns:a16="http://schemas.microsoft.com/office/drawing/2014/main" id="{57159FC7-9AD4-4386-BFF2-936F28CF2EE6}"/>
              </a:ext>
            </a:extLst>
          </p:cNvPr>
          <p:cNvSpPr txBox="1"/>
          <p:nvPr/>
        </p:nvSpPr>
        <p:spPr>
          <a:xfrm>
            <a:off x="6080165" y="4299378"/>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9" name="CaixaDeTexto 7">
            <a:extLst>
              <a:ext uri="{FF2B5EF4-FFF2-40B4-BE49-F238E27FC236}">
                <a16:creationId xmlns:a16="http://schemas.microsoft.com/office/drawing/2014/main" id="{A763DE22-066B-44F3-8C65-B5BCEC3A1F34}"/>
              </a:ext>
            </a:extLst>
          </p:cNvPr>
          <p:cNvSpPr txBox="1">
            <a:spLocks noChangeArrowheads="1"/>
          </p:cNvSpPr>
          <p:nvPr/>
        </p:nvSpPr>
        <p:spPr bwMode="auto">
          <a:xfrm>
            <a:off x="451148" y="5137615"/>
            <a:ext cx="5560356"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eaLnBrk="1" hangingPunct="1"/>
            <a:r>
              <a:rPr lang="pt-BR" altLang="pt-BR" sz="2000" dirty="0">
                <a:ea typeface="+mn-ea"/>
                <a:cs typeface="Arial" panose="020B0604020202020204" pitchFamily="34" charset="0"/>
              </a:rPr>
              <a:t>*Quando um disco abrasivo se rompe, cada um dos seus pedaços sai numa direção diferente na mesma velocidade de rotação, cortando o que aparecer na frente</a:t>
            </a:r>
            <a:r>
              <a:rPr lang="pt-BR" altLang="pt-BR" sz="2000" dirty="0">
                <a:cs typeface="Arial" panose="020B0604020202020204" pitchFamily="34" charset="0"/>
              </a:rPr>
              <a:t>.</a:t>
            </a:r>
          </a:p>
          <a:p>
            <a:pPr eaLnBrk="1" hangingPunct="1"/>
            <a:endParaRPr lang="pt-BR" altLang="pt-BR" sz="1800" dirty="0">
              <a:cs typeface="Arial" panose="020B0604020202020204" pitchFamily="34" charset="0"/>
            </a:endParaRPr>
          </a:p>
        </p:txBody>
      </p:sp>
      <p:graphicFrame>
        <p:nvGraphicFramePr>
          <p:cNvPr id="25" name="Objeto 2">
            <a:extLst>
              <a:ext uri="{FF2B5EF4-FFF2-40B4-BE49-F238E27FC236}">
                <a16:creationId xmlns:a16="http://schemas.microsoft.com/office/drawing/2014/main" id="{F4336BE5-2D49-44A7-9245-BAFD87229284}"/>
              </a:ext>
            </a:extLst>
          </p:cNvPr>
          <p:cNvGraphicFramePr>
            <a:graphicFrameLocks noChangeAspect="1"/>
          </p:cNvGraphicFramePr>
          <p:nvPr>
            <p:extLst>
              <p:ext uri="{D42A27DB-BD31-4B8C-83A1-F6EECF244321}">
                <p14:modId xmlns:p14="http://schemas.microsoft.com/office/powerpoint/2010/main" val="786854405"/>
              </p:ext>
            </p:extLst>
          </p:nvPr>
        </p:nvGraphicFramePr>
        <p:xfrm>
          <a:off x="2849302" y="177680"/>
          <a:ext cx="527050" cy="1601787"/>
        </p:xfrm>
        <a:graphic>
          <a:graphicData uri="http://schemas.openxmlformats.org/presentationml/2006/ole">
            <mc:AlternateContent xmlns:mc="http://schemas.openxmlformats.org/markup-compatibility/2006">
              <mc:Choice xmlns:v="urn:schemas-microsoft-com:vml" Requires="v">
                <p:oleObj spid="_x0000_s2057" name="Clip" r:id="rId5" imgW="1296063" imgH="3934305" progId="MS_ClipArt_Gallery.2">
                  <p:embed/>
                </p:oleObj>
              </mc:Choice>
              <mc:Fallback>
                <p:oleObj name="Clip" r:id="rId5" imgW="1296063" imgH="3934305" progId="MS_ClipArt_Gallery.2">
                  <p:embed/>
                  <p:pic>
                    <p:nvPicPr>
                      <p:cNvPr id="17410" name="Objeto 2">
                        <a:extLst>
                          <a:ext uri="{FF2B5EF4-FFF2-40B4-BE49-F238E27FC236}">
                            <a16:creationId xmlns:a16="http://schemas.microsoft.com/office/drawing/2014/main" id="{6451563D-ABD5-42D3-B1F5-B9BFC65DEB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9302" y="177680"/>
                        <a:ext cx="527050"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26998960"/>
      </p:ext>
    </p:extLst>
  </p:cSld>
  <p:clrMapOvr>
    <a:masterClrMapping/>
  </p:clrMapOvr>
  <p:transition spd="slow" advTm="596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75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0-#ppt_w/2"/>
                                          </p:val>
                                        </p:tav>
                                        <p:tav tm="100000">
                                          <p:val>
                                            <p:strVal val="#ppt_x"/>
                                          </p:val>
                                        </p:tav>
                                      </p:tavLst>
                                    </p:anim>
                                    <p:anim calcmode="lin" valueType="num">
                                      <p:cBhvr additive="base">
                                        <p:cTn id="16" dur="500" fill="hold"/>
                                        <p:tgtEl>
                                          <p:spTgt spid="4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75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1+#ppt_w/2"/>
                                          </p:val>
                                        </p:tav>
                                        <p:tav tm="100000">
                                          <p:val>
                                            <p:strVal val="#ppt_x"/>
                                          </p:val>
                                        </p:tav>
                                      </p:tavLst>
                                    </p:anim>
                                    <p:anim calcmode="lin" valueType="num">
                                      <p:cBhvr additive="base">
                                        <p:cTn id="20"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5" grpId="0" animBg="1"/>
      <p:bldP spid="3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0" y="0"/>
            <a:ext cx="12192000" cy="6858000"/>
          </a:xfrm>
          <a:prstGeom prst="rect">
            <a:avLst/>
          </a:prstGeom>
          <a:gradFill>
            <a:gsLst>
              <a:gs pos="0">
                <a:schemeClr val="accent1">
                  <a:alpha val="50000"/>
                </a:schemeClr>
              </a:gs>
              <a:gs pos="100000">
                <a:schemeClr val="accent6">
                  <a:alpha val="5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Text Placeholder 28"/>
          <p:cNvSpPr>
            <a:spLocks noGrp="1"/>
          </p:cNvSpPr>
          <p:nvPr>
            <p:ph type="body" sz="quarter" idx="11"/>
          </p:nvPr>
        </p:nvSpPr>
        <p:spPr>
          <a:xfrm>
            <a:off x="676255" y="467207"/>
            <a:ext cx="10833252" cy="800100"/>
          </a:xfrm>
        </p:spPr>
        <p:txBody>
          <a:bodyPr/>
          <a:lstStyle/>
          <a:p>
            <a:r>
              <a:rPr lang="pt-BR" b="1" dirty="0" smtClean="0">
                <a:solidFill>
                  <a:schemeClr val="tx1"/>
                </a:solidFill>
                <a:latin typeface="Arial" panose="020B0604020202020204" pitchFamily="34" charset="0"/>
                <a:cs typeface="Arial" panose="020B0604020202020204" pitchFamily="34" charset="0"/>
              </a:rPr>
              <a:t>RISCOS INERENTES A ATIVIDADE</a:t>
            </a:r>
            <a:endParaRPr lang="pt-BR" b="1" dirty="0">
              <a:solidFill>
                <a:schemeClr val="tx1"/>
              </a:solidFill>
              <a:latin typeface="Arial" panose="020B0604020202020204" pitchFamily="34" charset="0"/>
              <a:cs typeface="Arial" panose="020B0604020202020204" pitchFamily="34" charset="0"/>
            </a:endParaRPr>
          </a:p>
        </p:txBody>
      </p:sp>
      <p:grpSp>
        <p:nvGrpSpPr>
          <p:cNvPr id="106" name="Group 3"/>
          <p:cNvGrpSpPr/>
          <p:nvPr/>
        </p:nvGrpSpPr>
        <p:grpSpPr>
          <a:xfrm>
            <a:off x="256759" y="1640102"/>
            <a:ext cx="3787075" cy="4611067"/>
            <a:chOff x="962119" y="1728937"/>
            <a:chExt cx="3330420" cy="2217963"/>
          </a:xfrm>
        </p:grpSpPr>
        <p:sp>
          <p:nvSpPr>
            <p:cNvPr id="107" name="Rectangle: Rounded Corners 9"/>
            <p:cNvSpPr/>
            <p:nvPr/>
          </p:nvSpPr>
          <p:spPr>
            <a:xfrm>
              <a:off x="962119" y="1728937"/>
              <a:ext cx="3330420" cy="2217963"/>
            </a:xfrm>
            <a:prstGeom prst="roundRect">
              <a:avLst>
                <a:gd name="adj" fmla="val 712"/>
              </a:avLst>
            </a:prstGeom>
            <a:solidFill>
              <a:schemeClr val="bg1">
                <a:alpha val="27000"/>
              </a:schemeClr>
            </a:solidFill>
            <a:ln>
              <a:noFill/>
            </a:ln>
            <a:effectLst>
              <a:outerShdw blurRad="215900" dist="38100" dir="5400000" algn="t"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8" name="Rectangle 18"/>
            <p:cNvSpPr/>
            <p:nvPr/>
          </p:nvSpPr>
          <p:spPr>
            <a:xfrm>
              <a:off x="2389204" y="1755577"/>
              <a:ext cx="4762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09" name="TextBox 38"/>
          <p:cNvSpPr txBox="1"/>
          <p:nvPr/>
        </p:nvSpPr>
        <p:spPr>
          <a:xfrm>
            <a:off x="398227" y="2507835"/>
            <a:ext cx="3330734" cy="461665"/>
          </a:xfrm>
          <a:prstGeom prst="rect">
            <a:avLst/>
          </a:prstGeom>
          <a:noFill/>
        </p:spPr>
        <p:txBody>
          <a:bodyPr wrap="square" lIns="91440" tIns="45720" rIns="91440" bIns="45720" rtlCol="0">
            <a:spAutoFit/>
          </a:bodyPr>
          <a:lstStyle/>
          <a:p>
            <a:pPr>
              <a:spcAft>
                <a:spcPct val="50000"/>
              </a:spcAft>
              <a:buFont typeface="Wingdings" panose="05000000000000000000" pitchFamily="2" charset="2"/>
              <a:buNone/>
            </a:pPr>
            <a:r>
              <a:rPr lang="pt-BR" altLang="pt-BR" sz="2400" b="1" dirty="0">
                <a:latin typeface="Arial" panose="020B0604020202020204" pitchFamily="34" charset="0"/>
                <a:cs typeface="Arial" panose="020B0604020202020204" pitchFamily="34" charset="0"/>
              </a:rPr>
              <a:t>Riscos Físicos:</a:t>
            </a:r>
          </a:p>
        </p:txBody>
      </p:sp>
      <p:grpSp>
        <p:nvGrpSpPr>
          <p:cNvPr id="30" name="Group 3">
            <a:extLst>
              <a:ext uri="{FF2B5EF4-FFF2-40B4-BE49-F238E27FC236}">
                <a16:creationId xmlns:a16="http://schemas.microsoft.com/office/drawing/2014/main" id="{AABDB726-755C-43D4-93AC-6A5E39A6BB7A}"/>
              </a:ext>
            </a:extLst>
          </p:cNvPr>
          <p:cNvGrpSpPr/>
          <p:nvPr/>
        </p:nvGrpSpPr>
        <p:grpSpPr>
          <a:xfrm>
            <a:off x="4221371" y="1640104"/>
            <a:ext cx="3787075" cy="4611067"/>
            <a:chOff x="962119" y="1728937"/>
            <a:chExt cx="3330420" cy="2217963"/>
          </a:xfrm>
        </p:grpSpPr>
        <p:sp>
          <p:nvSpPr>
            <p:cNvPr id="31" name="Rectangle: Rounded Corners 9">
              <a:extLst>
                <a:ext uri="{FF2B5EF4-FFF2-40B4-BE49-F238E27FC236}">
                  <a16:creationId xmlns:a16="http://schemas.microsoft.com/office/drawing/2014/main" id="{0D07E9F3-5C69-4D53-B41D-03CB7626A9E4}"/>
                </a:ext>
              </a:extLst>
            </p:cNvPr>
            <p:cNvSpPr/>
            <p:nvPr/>
          </p:nvSpPr>
          <p:spPr>
            <a:xfrm>
              <a:off x="962119" y="1728937"/>
              <a:ext cx="3330420" cy="2217963"/>
            </a:xfrm>
            <a:prstGeom prst="roundRect">
              <a:avLst>
                <a:gd name="adj" fmla="val 712"/>
              </a:avLst>
            </a:prstGeom>
            <a:solidFill>
              <a:schemeClr val="bg1">
                <a:alpha val="27000"/>
              </a:schemeClr>
            </a:solidFill>
            <a:ln>
              <a:noFill/>
            </a:ln>
            <a:effectLst>
              <a:outerShdw blurRad="215900" dist="38100" dir="5400000" algn="t"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Rectangle 18">
              <a:extLst>
                <a:ext uri="{FF2B5EF4-FFF2-40B4-BE49-F238E27FC236}">
                  <a16:creationId xmlns:a16="http://schemas.microsoft.com/office/drawing/2014/main" id="{3F147CEE-56D5-47CD-97E5-E2D901B50304}"/>
                </a:ext>
              </a:extLst>
            </p:cNvPr>
            <p:cNvSpPr/>
            <p:nvPr/>
          </p:nvSpPr>
          <p:spPr>
            <a:xfrm>
              <a:off x="2389204" y="1755577"/>
              <a:ext cx="4762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grpSp>
        <p:nvGrpSpPr>
          <p:cNvPr id="34" name="Group 3">
            <a:extLst>
              <a:ext uri="{FF2B5EF4-FFF2-40B4-BE49-F238E27FC236}">
                <a16:creationId xmlns:a16="http://schemas.microsoft.com/office/drawing/2014/main" id="{366AB619-9B43-4A86-A458-DDF5157AA98E}"/>
              </a:ext>
            </a:extLst>
          </p:cNvPr>
          <p:cNvGrpSpPr/>
          <p:nvPr/>
        </p:nvGrpSpPr>
        <p:grpSpPr>
          <a:xfrm>
            <a:off x="8185983" y="1640103"/>
            <a:ext cx="3787075" cy="4611067"/>
            <a:chOff x="962119" y="1728937"/>
            <a:chExt cx="3330420" cy="2217963"/>
          </a:xfrm>
        </p:grpSpPr>
        <p:sp>
          <p:nvSpPr>
            <p:cNvPr id="35" name="Rectangle: Rounded Corners 9">
              <a:extLst>
                <a:ext uri="{FF2B5EF4-FFF2-40B4-BE49-F238E27FC236}">
                  <a16:creationId xmlns:a16="http://schemas.microsoft.com/office/drawing/2014/main" id="{7ADAD04E-21AD-40CE-B6AA-6F34461758F2}"/>
                </a:ext>
              </a:extLst>
            </p:cNvPr>
            <p:cNvSpPr/>
            <p:nvPr/>
          </p:nvSpPr>
          <p:spPr>
            <a:xfrm>
              <a:off x="962119" y="1728937"/>
              <a:ext cx="3330420" cy="2217963"/>
            </a:xfrm>
            <a:prstGeom prst="roundRect">
              <a:avLst>
                <a:gd name="adj" fmla="val 712"/>
              </a:avLst>
            </a:prstGeom>
            <a:solidFill>
              <a:schemeClr val="bg1">
                <a:alpha val="27000"/>
              </a:schemeClr>
            </a:solidFill>
            <a:ln>
              <a:noFill/>
            </a:ln>
            <a:effectLst>
              <a:outerShdw blurRad="215900" dist="38100" dir="5400000" algn="t"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7" name="Rectangle 18">
              <a:extLst>
                <a:ext uri="{FF2B5EF4-FFF2-40B4-BE49-F238E27FC236}">
                  <a16:creationId xmlns:a16="http://schemas.microsoft.com/office/drawing/2014/main" id="{BC4F55BB-2FDB-43DA-9314-F80015B27039}"/>
                </a:ext>
              </a:extLst>
            </p:cNvPr>
            <p:cNvSpPr/>
            <p:nvPr/>
          </p:nvSpPr>
          <p:spPr>
            <a:xfrm>
              <a:off x="2389204" y="1755577"/>
              <a:ext cx="47625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TextBox 38">
            <a:extLst>
              <a:ext uri="{FF2B5EF4-FFF2-40B4-BE49-F238E27FC236}">
                <a16:creationId xmlns:a16="http://schemas.microsoft.com/office/drawing/2014/main" id="{8C6F6E05-A5F8-4786-9AE2-89AC2AE60C61}"/>
              </a:ext>
            </a:extLst>
          </p:cNvPr>
          <p:cNvSpPr txBox="1"/>
          <p:nvPr/>
        </p:nvSpPr>
        <p:spPr>
          <a:xfrm>
            <a:off x="4375653" y="3051075"/>
            <a:ext cx="3224525" cy="1323439"/>
          </a:xfrm>
          <a:prstGeom prst="rect">
            <a:avLst/>
          </a:prstGeom>
          <a:noFill/>
        </p:spPr>
        <p:txBody>
          <a:bodyPr wrap="square" lIns="91440" tIns="45720" rIns="91440" bIns="45720" rtlCol="0">
            <a:spAutoFit/>
          </a:bodyPr>
          <a:lstStyle/>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Esforço físico;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Repetitividade;</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Posturas Inadequadas.</a:t>
            </a:r>
          </a:p>
        </p:txBody>
      </p:sp>
      <p:sp>
        <p:nvSpPr>
          <p:cNvPr id="4" name="TextBox 38">
            <a:extLst>
              <a:ext uri="{FF2B5EF4-FFF2-40B4-BE49-F238E27FC236}">
                <a16:creationId xmlns:a16="http://schemas.microsoft.com/office/drawing/2014/main" id="{BBD4DF28-6D0E-4C89-91A4-9173DE9F0562}"/>
              </a:ext>
            </a:extLst>
          </p:cNvPr>
          <p:cNvSpPr txBox="1"/>
          <p:nvPr/>
        </p:nvSpPr>
        <p:spPr>
          <a:xfrm>
            <a:off x="4358707" y="2498032"/>
            <a:ext cx="3330734" cy="461665"/>
          </a:xfrm>
          <a:prstGeom prst="rect">
            <a:avLst/>
          </a:prstGeom>
          <a:noFill/>
        </p:spPr>
        <p:txBody>
          <a:bodyPr wrap="square" lIns="91440" tIns="45720" rIns="91440" bIns="45720" rtlCol="0">
            <a:spAutoFit/>
          </a:bodyPr>
          <a:lstStyle/>
          <a:p>
            <a:pPr>
              <a:spcAft>
                <a:spcPct val="50000"/>
              </a:spcAft>
              <a:buFont typeface="Wingdings" panose="05000000000000000000" pitchFamily="2" charset="2"/>
              <a:buNone/>
            </a:pPr>
            <a:r>
              <a:rPr lang="pt-BR" altLang="pt-BR" sz="2400" b="1" dirty="0">
                <a:latin typeface="Arial" panose="020B0604020202020204" pitchFamily="34" charset="0"/>
                <a:cs typeface="Arial" panose="020B0604020202020204" pitchFamily="34" charset="0"/>
              </a:rPr>
              <a:t>Riscos Ergonômicos:</a:t>
            </a:r>
          </a:p>
        </p:txBody>
      </p:sp>
      <p:sp>
        <p:nvSpPr>
          <p:cNvPr id="6" name="TextBox 38">
            <a:extLst>
              <a:ext uri="{FF2B5EF4-FFF2-40B4-BE49-F238E27FC236}">
                <a16:creationId xmlns:a16="http://schemas.microsoft.com/office/drawing/2014/main" id="{C731BF6F-FA92-4C4E-8A7E-BF592618A836}"/>
              </a:ext>
            </a:extLst>
          </p:cNvPr>
          <p:cNvSpPr txBox="1"/>
          <p:nvPr/>
        </p:nvSpPr>
        <p:spPr>
          <a:xfrm>
            <a:off x="8500856" y="3093157"/>
            <a:ext cx="3330734" cy="3170099"/>
          </a:xfrm>
          <a:prstGeom prst="rect">
            <a:avLst/>
          </a:prstGeom>
          <a:noFill/>
        </p:spPr>
        <p:txBody>
          <a:bodyPr wrap="square" lIns="91440" tIns="45720" rIns="91440" bIns="45720" rtlCol="0">
            <a:spAutoFit/>
          </a:bodyPr>
          <a:lstStyle/>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Choque Elétrico;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Amputação de Membros;</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Possibilidade de Incêndio ou Explosão;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Queda de Materiais ou equipamentos.</a:t>
            </a:r>
          </a:p>
          <a:p>
            <a:pPr>
              <a:spcAft>
                <a:spcPct val="50000"/>
              </a:spcAft>
            </a:pPr>
            <a:endParaRPr lang="pt-BR" altLang="pt-BR" sz="2000" b="1" dirty="0">
              <a:latin typeface="Arial" panose="020B0604020202020204" pitchFamily="34" charset="0"/>
              <a:cs typeface="Arial" panose="020B0604020202020204" pitchFamily="34" charset="0"/>
            </a:endParaRPr>
          </a:p>
        </p:txBody>
      </p:sp>
      <p:sp>
        <p:nvSpPr>
          <p:cNvPr id="7" name="TextBox 38">
            <a:extLst>
              <a:ext uri="{FF2B5EF4-FFF2-40B4-BE49-F238E27FC236}">
                <a16:creationId xmlns:a16="http://schemas.microsoft.com/office/drawing/2014/main" id="{F3802CAC-1AF0-4981-AACA-7A621E154888}"/>
              </a:ext>
            </a:extLst>
          </p:cNvPr>
          <p:cNvSpPr txBox="1"/>
          <p:nvPr/>
        </p:nvSpPr>
        <p:spPr>
          <a:xfrm>
            <a:off x="8471401" y="2220078"/>
            <a:ext cx="3330734" cy="1200329"/>
          </a:xfrm>
          <a:prstGeom prst="rect">
            <a:avLst/>
          </a:prstGeom>
          <a:noFill/>
        </p:spPr>
        <p:txBody>
          <a:bodyPr wrap="square" lIns="91440" tIns="45720" rIns="91440" bIns="45720" rtlCol="0">
            <a:spAutoFit/>
          </a:bodyPr>
          <a:lstStyle/>
          <a:p>
            <a:pPr>
              <a:spcAft>
                <a:spcPct val="50000"/>
              </a:spcAft>
              <a:buFont typeface="Wingdings" panose="05000000000000000000" pitchFamily="2" charset="2"/>
              <a:buNone/>
            </a:pPr>
            <a:r>
              <a:rPr lang="pt-BR" altLang="pt-BR" sz="2400" b="1" dirty="0">
                <a:latin typeface="Arial" panose="020B0604020202020204" pitchFamily="34" charset="0"/>
                <a:cs typeface="Arial" panose="020B0604020202020204" pitchFamily="34" charset="0"/>
              </a:rPr>
              <a:t>Riscos de Acidentes/Mecânicos:</a:t>
            </a:r>
          </a:p>
        </p:txBody>
      </p:sp>
      <p:sp>
        <p:nvSpPr>
          <p:cNvPr id="8" name="TextBox 38">
            <a:extLst>
              <a:ext uri="{FF2B5EF4-FFF2-40B4-BE49-F238E27FC236}">
                <a16:creationId xmlns:a16="http://schemas.microsoft.com/office/drawing/2014/main" id="{067EB2CF-87AB-4E12-867C-CBC8C8846C14}"/>
              </a:ext>
            </a:extLst>
          </p:cNvPr>
          <p:cNvSpPr txBox="1"/>
          <p:nvPr/>
        </p:nvSpPr>
        <p:spPr>
          <a:xfrm>
            <a:off x="447115" y="3031062"/>
            <a:ext cx="3224525" cy="1938992"/>
          </a:xfrm>
          <a:prstGeom prst="rect">
            <a:avLst/>
          </a:prstGeom>
          <a:noFill/>
        </p:spPr>
        <p:txBody>
          <a:bodyPr wrap="square" lIns="91440" tIns="45720" rIns="91440" bIns="45720" rtlCol="0">
            <a:spAutoFit/>
          </a:bodyPr>
          <a:lstStyle/>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Ruído;</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Vibrações;</a:t>
            </a:r>
          </a:p>
          <a:p>
            <a:pPr marL="342900" indent="-342900">
              <a:spcAft>
                <a:spcPct val="50000"/>
              </a:spcAft>
              <a:buFont typeface="Arial" panose="020B0604020202020204" pitchFamily="34" charset="0"/>
              <a:buChar char="•"/>
            </a:pPr>
            <a:r>
              <a:rPr lang="pt-BR" altLang="pt-BR" sz="2000" dirty="0">
                <a:latin typeface="Arial" panose="020B0604020202020204" pitchFamily="34" charset="0"/>
                <a:cs typeface="Arial" panose="020B0604020202020204" pitchFamily="34" charset="0"/>
              </a:rPr>
              <a:t>Poeira Incômoda Inalável ou Projeção de Partículas sólidas. </a:t>
            </a:r>
            <a:r>
              <a:rPr lang="pt-BR" altLang="pt-BR"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090379628"/>
      </p:ext>
    </p:extLst>
  </p:cSld>
  <p:clrMapOvr>
    <a:masterClrMapping/>
  </p:clrMapOvr>
  <mc:AlternateContent xmlns:mc="http://schemas.openxmlformats.org/markup-compatibility/2006" xmlns:p14="http://schemas.microsoft.com/office/powerpoint/2010/main">
    <mc:Choice Requires="p14">
      <p:transition spd="slow" p14:dur="1500" advTm="4386">
        <p:fade/>
      </p:transition>
    </mc:Choice>
    <mc:Fallback xmlns="">
      <p:transition spd="slow" advTm="438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250"/>
                                  </p:stCondLst>
                                  <p:childTnLst>
                                    <p:set>
                                      <p:cBhvr>
                                        <p:cTn id="6" dur="1" fill="hold">
                                          <p:stCondLst>
                                            <p:cond delay="0"/>
                                          </p:stCondLst>
                                        </p:cTn>
                                        <p:tgtEl>
                                          <p:spTgt spid="106"/>
                                        </p:tgtEl>
                                        <p:attrNameLst>
                                          <p:attrName>style.visibility</p:attrName>
                                        </p:attrNameLst>
                                      </p:cBhvr>
                                      <p:to>
                                        <p:strVal val="visible"/>
                                      </p:to>
                                    </p:set>
                                    <p:anim calcmode="lin" valueType="num">
                                      <p:cBhvr additive="base">
                                        <p:cTn id="7" dur="750" fill="hold"/>
                                        <p:tgtEl>
                                          <p:spTgt spid="106"/>
                                        </p:tgtEl>
                                        <p:attrNameLst>
                                          <p:attrName>ppt_x</p:attrName>
                                        </p:attrNameLst>
                                      </p:cBhvr>
                                      <p:tavLst>
                                        <p:tav tm="0">
                                          <p:val>
                                            <p:strVal val="#ppt_x"/>
                                          </p:val>
                                        </p:tav>
                                        <p:tav tm="100000">
                                          <p:val>
                                            <p:strVal val="#ppt_x"/>
                                          </p:val>
                                        </p:tav>
                                      </p:tavLst>
                                    </p:anim>
                                    <p:anim calcmode="lin" valueType="num">
                                      <p:cBhvr additive="base">
                                        <p:cTn id="8" dur="750" fill="hold"/>
                                        <p:tgtEl>
                                          <p:spTgt spid="106"/>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750" fill="hold"/>
                                        <p:tgtEl>
                                          <p:spTgt spid="30"/>
                                        </p:tgtEl>
                                        <p:attrNameLst>
                                          <p:attrName>ppt_x</p:attrName>
                                        </p:attrNameLst>
                                      </p:cBhvr>
                                      <p:tavLst>
                                        <p:tav tm="0">
                                          <p:val>
                                            <p:strVal val="#ppt_x"/>
                                          </p:val>
                                        </p:tav>
                                        <p:tav tm="100000">
                                          <p:val>
                                            <p:strVal val="#ppt_x"/>
                                          </p:val>
                                        </p:tav>
                                      </p:tavLst>
                                    </p:anim>
                                    <p:anim calcmode="lin" valueType="num">
                                      <p:cBhvr additive="base">
                                        <p:cTn id="12" dur="75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750" fill="hold"/>
                                        <p:tgtEl>
                                          <p:spTgt spid="34"/>
                                        </p:tgtEl>
                                        <p:attrNameLst>
                                          <p:attrName>ppt_x</p:attrName>
                                        </p:attrNameLst>
                                      </p:cBhvr>
                                      <p:tavLst>
                                        <p:tav tm="0">
                                          <p:val>
                                            <p:strVal val="#ppt_x"/>
                                          </p:val>
                                        </p:tav>
                                        <p:tav tm="100000">
                                          <p:val>
                                            <p:strVal val="#ppt_x"/>
                                          </p:val>
                                        </p:tav>
                                      </p:tavLst>
                                    </p:anim>
                                    <p:anim calcmode="lin" valueType="num">
                                      <p:cBhvr additive="base">
                                        <p:cTn id="16" dur="75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51476" y="2813440"/>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000" dirty="0">
                <a:solidFill>
                  <a:schemeClr val="bg1"/>
                </a:solidFill>
                <a:latin typeface="Arial" panose="020B0604020202020204" pitchFamily="34" charset="0"/>
                <a:cs typeface="Arial" panose="020B0604020202020204" pitchFamily="34" charset="0"/>
              </a:rPr>
              <a:t>Para proteger o aparelho auditivo contra o ruído proveniente do equipamento:</a:t>
            </a:r>
          </a:p>
          <a:p>
            <a:pPr marL="0" indent="0" algn="ctr">
              <a:buNone/>
            </a:pPr>
            <a:r>
              <a:rPr lang="pt-BR" altLang="pt-BR" sz="2000" dirty="0">
                <a:solidFill>
                  <a:schemeClr val="bg1"/>
                </a:solidFill>
                <a:latin typeface="Arial" panose="020B0604020202020204" pitchFamily="34" charset="0"/>
                <a:cs typeface="Arial" panose="020B0604020202020204" pitchFamily="34" charset="0"/>
              </a:rPr>
              <a:t> </a:t>
            </a:r>
          </a:p>
        </p:txBody>
      </p:sp>
      <p:sp>
        <p:nvSpPr>
          <p:cNvPr id="12"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26" name="Espaço Reservado para Imagem 25" descr="Uma imagem contendo cabo&#10;&#10;Descrição gerada automaticamente">
            <a:extLst>
              <a:ext uri="{FF2B5EF4-FFF2-40B4-BE49-F238E27FC236}">
                <a16:creationId xmlns:a16="http://schemas.microsoft.com/office/drawing/2014/main" id="{5BBF5D32-317D-4ED4-82E5-65D32C79983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08" r="2708"/>
          <a:stretch>
            <a:fillRect/>
          </a:stretch>
        </p:blipFill>
        <p:spPr>
          <a:xfrm>
            <a:off x="5320831" y="895804"/>
            <a:ext cx="1779648" cy="1881566"/>
          </a:xfrm>
        </p:spPr>
      </p:pic>
      <p:pic>
        <p:nvPicPr>
          <p:cNvPr id="27" name="Imagem 26">
            <a:extLst>
              <a:ext uri="{FF2B5EF4-FFF2-40B4-BE49-F238E27FC236}">
                <a16:creationId xmlns:a16="http://schemas.microsoft.com/office/drawing/2014/main" id="{279656DA-AC11-4675-8844-8976BF0A4132}"/>
              </a:ext>
            </a:extLst>
          </p:cNvPr>
          <p:cNvPicPr>
            <a:picLocks noChangeAspect="1"/>
          </p:cNvPicPr>
          <p:nvPr/>
        </p:nvPicPr>
        <p:blipFill>
          <a:blip r:embed="rId3"/>
          <a:stretch>
            <a:fillRect/>
          </a:stretch>
        </p:blipFill>
        <p:spPr>
          <a:xfrm>
            <a:off x="5182024" y="3739760"/>
            <a:ext cx="2057261" cy="2057261"/>
          </a:xfrm>
          <a:prstGeom prst="rect">
            <a:avLst/>
          </a:prstGeom>
        </p:spPr>
      </p:pic>
      <p:sp>
        <p:nvSpPr>
          <p:cNvPr id="30" name="CaixaDeTexto 5">
            <a:extLst>
              <a:ext uri="{FF2B5EF4-FFF2-40B4-BE49-F238E27FC236}">
                <a16:creationId xmlns:a16="http://schemas.microsoft.com/office/drawing/2014/main" id="{7EB1BEF3-0C5C-4235-B77A-432602F2A0C4}"/>
              </a:ext>
            </a:extLst>
          </p:cNvPr>
          <p:cNvSpPr txBox="1">
            <a:spLocks noChangeArrowheads="1"/>
          </p:cNvSpPr>
          <p:nvPr/>
        </p:nvSpPr>
        <p:spPr bwMode="auto">
          <a:xfrm>
            <a:off x="5228816" y="2918185"/>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pt-BR" altLang="pt-BR" sz="1800" b="1" dirty="0">
                <a:ea typeface="+mn-ea"/>
                <a:cs typeface="Arial" panose="020B0604020202020204" pitchFamily="34" charset="0"/>
              </a:rPr>
              <a:t>Plug de Inserção</a:t>
            </a:r>
          </a:p>
        </p:txBody>
      </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4994988" y="5861926"/>
            <a:ext cx="2655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r>
              <a:rPr lang="pt-BR" sz="1800" b="1" dirty="0">
                <a:ea typeface="+mn-ea"/>
                <a:cs typeface="Arial" panose="020B0604020202020204" pitchFamily="34" charset="0"/>
              </a:rPr>
              <a:t>Abafador Tipo Concha</a:t>
            </a:r>
          </a:p>
        </p:txBody>
      </p:sp>
    </p:spTree>
    <p:extLst>
      <p:ext uri="{BB962C8B-B14F-4D97-AF65-F5344CB8AC3E}">
        <p14:creationId xmlns:p14="http://schemas.microsoft.com/office/powerpoint/2010/main" val="3708558165"/>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406923" y="3101786"/>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400" dirty="0">
                <a:solidFill>
                  <a:schemeClr val="bg1"/>
                </a:solidFill>
                <a:latin typeface="Arial" panose="020B0604020202020204" pitchFamily="34" charset="0"/>
                <a:cs typeface="Arial" panose="020B0604020202020204" pitchFamily="34" charset="0"/>
              </a:rPr>
              <a:t>Para evitar acidentes com partículas em projeção:</a:t>
            </a:r>
          </a:p>
          <a:p>
            <a:pPr marL="0" indent="0" algn="ctr">
              <a:buNone/>
            </a:pPr>
            <a:r>
              <a:rPr lang="pt-BR" altLang="pt-BR" sz="2400" dirty="0">
                <a:solidFill>
                  <a:schemeClr val="bg1"/>
                </a:solidFill>
                <a:latin typeface="Arial" panose="020B0604020202020204" pitchFamily="34" charset="0"/>
                <a:cs typeface="Arial" panose="020B0604020202020204" pitchFamily="34" charset="0"/>
              </a:rPr>
              <a:t> </a:t>
            </a: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30" name="CaixaDeTexto 5">
            <a:extLst>
              <a:ext uri="{FF2B5EF4-FFF2-40B4-BE49-F238E27FC236}">
                <a16:creationId xmlns:a16="http://schemas.microsoft.com/office/drawing/2014/main" id="{7EB1BEF3-0C5C-4235-B77A-432602F2A0C4}"/>
              </a:ext>
            </a:extLst>
          </p:cNvPr>
          <p:cNvSpPr txBox="1">
            <a:spLocks noChangeArrowheads="1"/>
          </p:cNvSpPr>
          <p:nvPr/>
        </p:nvSpPr>
        <p:spPr bwMode="auto">
          <a:xfrm>
            <a:off x="4914467" y="2513931"/>
            <a:ext cx="25923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pt-BR" altLang="pt-BR" sz="2000" b="1" dirty="0">
                <a:ea typeface="+mn-ea"/>
                <a:cs typeface="Arial" panose="020B0604020202020204" pitchFamily="34" charset="0"/>
              </a:rPr>
              <a:t>Óculos de Proteção</a:t>
            </a:r>
          </a:p>
          <a:p>
            <a:pPr algn="ctr" eaLnBrk="1" hangingPunct="1"/>
            <a:r>
              <a:rPr lang="pt-BR" altLang="pt-BR" sz="2000" b="1" dirty="0">
                <a:ea typeface="+mn-ea"/>
                <a:cs typeface="Arial" panose="020B0604020202020204" pitchFamily="34" charset="0"/>
              </a:rPr>
              <a:t>Contra Impactos</a:t>
            </a:r>
          </a:p>
        </p:txBody>
      </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5281730" y="5829977"/>
            <a:ext cx="19784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r>
              <a:rPr lang="pt-BR" sz="2000" b="1" dirty="0">
                <a:ea typeface="+mn-ea"/>
                <a:cs typeface="Arial" panose="020B0604020202020204" pitchFamily="34" charset="0"/>
              </a:rPr>
              <a:t>Protetor Facial</a:t>
            </a:r>
          </a:p>
        </p:txBody>
      </p:sp>
      <p:pic>
        <p:nvPicPr>
          <p:cNvPr id="16" name="Espaço Reservado para Imagem 15" descr="Uma imagem contendo panela&#10;&#10;Descrição gerada automaticamente">
            <a:extLst>
              <a:ext uri="{FF2B5EF4-FFF2-40B4-BE49-F238E27FC236}">
                <a16:creationId xmlns:a16="http://schemas.microsoft.com/office/drawing/2014/main" id="{08C9E7F1-5234-4885-8A7D-F3F55C12E6F5}"/>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3328" t="1447" r="5624" b="5388"/>
          <a:stretch/>
        </p:blipFill>
        <p:spPr>
          <a:xfrm>
            <a:off x="4994988" y="937260"/>
            <a:ext cx="2282287" cy="1244821"/>
          </a:xfrm>
        </p:spPr>
      </p:pic>
      <p:pic>
        <p:nvPicPr>
          <p:cNvPr id="17" name="Imagem 16">
            <a:extLst>
              <a:ext uri="{FF2B5EF4-FFF2-40B4-BE49-F238E27FC236}">
                <a16:creationId xmlns:a16="http://schemas.microsoft.com/office/drawing/2014/main" id="{C3666EB0-76F4-48B7-8B72-E071F936C87B}"/>
              </a:ext>
            </a:extLst>
          </p:cNvPr>
          <p:cNvPicPr>
            <a:picLocks noChangeAspect="1"/>
          </p:cNvPicPr>
          <p:nvPr/>
        </p:nvPicPr>
        <p:blipFill>
          <a:blip r:embed="rId3"/>
          <a:stretch>
            <a:fillRect/>
          </a:stretch>
        </p:blipFill>
        <p:spPr>
          <a:xfrm>
            <a:off x="5187420" y="3717345"/>
            <a:ext cx="1817159" cy="1817159"/>
          </a:xfrm>
          <a:prstGeom prst="rect">
            <a:avLst/>
          </a:prstGeom>
          <a:ln>
            <a:noFill/>
          </a:ln>
          <a:effectLst>
            <a:softEdge rad="112500"/>
          </a:effectLst>
        </p:spPr>
      </p:pic>
      <p:sp>
        <p:nvSpPr>
          <p:cNvPr id="19"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789361"/>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1+#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00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1+#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3" grpId="0" animBg="1"/>
      <p:bldP spid="14" grpId="0"/>
      <p:bldP spid="1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369957" y="2777370"/>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000" dirty="0">
                <a:solidFill>
                  <a:schemeClr val="bg1"/>
                </a:solidFill>
                <a:latin typeface="Arial" panose="020B0604020202020204" pitchFamily="34" charset="0"/>
                <a:cs typeface="Arial" panose="020B0604020202020204" pitchFamily="34" charset="0"/>
              </a:rPr>
              <a:t>Para proteção do tronco e membros superiores e inferiores contra projeção de fagulhas e partículas sólidas:</a:t>
            </a:r>
          </a:p>
          <a:p>
            <a:pPr marL="0" indent="0" algn="ctr">
              <a:buNone/>
            </a:pPr>
            <a:endParaRPr lang="pt-BR" altLang="pt-BR" sz="2000"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30" name="CaixaDeTexto 5">
            <a:extLst>
              <a:ext uri="{FF2B5EF4-FFF2-40B4-BE49-F238E27FC236}">
                <a16:creationId xmlns:a16="http://schemas.microsoft.com/office/drawing/2014/main" id="{7EB1BEF3-0C5C-4235-B77A-432602F2A0C4}"/>
              </a:ext>
            </a:extLst>
          </p:cNvPr>
          <p:cNvSpPr txBox="1">
            <a:spLocks noChangeArrowheads="1"/>
          </p:cNvSpPr>
          <p:nvPr/>
        </p:nvSpPr>
        <p:spPr bwMode="auto">
          <a:xfrm>
            <a:off x="5045193" y="2073123"/>
            <a:ext cx="23071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pt-BR" altLang="pt-BR" sz="1800" b="1" dirty="0">
                <a:ea typeface="+mn-ea"/>
                <a:cs typeface="Arial" panose="020B0604020202020204" pitchFamily="34" charset="0"/>
              </a:rPr>
              <a:t>Avental em Raspa</a:t>
            </a:r>
          </a:p>
          <a:p>
            <a:pPr algn="ctr" eaLnBrk="1" hangingPunct="1"/>
            <a:r>
              <a:rPr lang="pt-BR" altLang="pt-BR" sz="1800" b="1" dirty="0">
                <a:ea typeface="+mn-ea"/>
                <a:cs typeface="Arial" panose="020B0604020202020204" pitchFamily="34" charset="0"/>
              </a:rPr>
              <a:t>de Couro</a:t>
            </a:r>
          </a:p>
        </p:txBody>
      </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5167564" y="3922592"/>
            <a:ext cx="21981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defRPr/>
            </a:pPr>
            <a:r>
              <a:rPr lang="pt-BR" sz="1800" b="1" dirty="0">
                <a:ea typeface="+mn-ea"/>
                <a:cs typeface="Arial" panose="020B0604020202020204" pitchFamily="34" charset="0"/>
              </a:rPr>
              <a:t>Luvas de Vaqueta </a:t>
            </a:r>
          </a:p>
          <a:p>
            <a:pPr algn="ctr">
              <a:defRPr/>
            </a:pPr>
            <a:r>
              <a:rPr lang="pt-BR" sz="1800" b="1" dirty="0">
                <a:ea typeface="+mn-ea"/>
                <a:cs typeface="Arial" panose="020B0604020202020204" pitchFamily="34" charset="0"/>
              </a:rPr>
              <a:t>e Cano Longo</a:t>
            </a:r>
          </a:p>
        </p:txBody>
      </p:sp>
      <p:pic>
        <p:nvPicPr>
          <p:cNvPr id="5" name="Espaço Reservado para Imagem 4" descr="Uma imagem contendo torre&#10;&#10;Descrição gerada automaticamente">
            <a:extLst>
              <a:ext uri="{FF2B5EF4-FFF2-40B4-BE49-F238E27FC236}">
                <a16:creationId xmlns:a16="http://schemas.microsoft.com/office/drawing/2014/main" id="{32E7D04F-DF1D-4D10-A1BD-737AE41EA92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08" r="2708"/>
          <a:stretch>
            <a:fillRect/>
          </a:stretch>
        </p:blipFill>
        <p:spPr>
          <a:xfrm>
            <a:off x="5259596" y="66530"/>
            <a:ext cx="1994022" cy="2108217"/>
          </a:xfrm>
        </p:spPr>
      </p:pic>
      <p:pic>
        <p:nvPicPr>
          <p:cNvPr id="7" name="Imagem 6">
            <a:extLst>
              <a:ext uri="{FF2B5EF4-FFF2-40B4-BE49-F238E27FC236}">
                <a16:creationId xmlns:a16="http://schemas.microsoft.com/office/drawing/2014/main" id="{D5433A50-B778-49FA-845C-7296D127C0B8}"/>
              </a:ext>
            </a:extLst>
          </p:cNvPr>
          <p:cNvPicPr>
            <a:picLocks noChangeAspect="1"/>
          </p:cNvPicPr>
          <p:nvPr/>
        </p:nvPicPr>
        <p:blipFill>
          <a:blip r:embed="rId3"/>
          <a:stretch>
            <a:fillRect/>
          </a:stretch>
        </p:blipFill>
        <p:spPr>
          <a:xfrm>
            <a:off x="4992067" y="2895702"/>
            <a:ext cx="1218180" cy="913635"/>
          </a:xfrm>
          <a:prstGeom prst="rect">
            <a:avLst/>
          </a:prstGeom>
        </p:spPr>
      </p:pic>
      <p:pic>
        <p:nvPicPr>
          <p:cNvPr id="8" name="Imagem 7">
            <a:extLst>
              <a:ext uri="{FF2B5EF4-FFF2-40B4-BE49-F238E27FC236}">
                <a16:creationId xmlns:a16="http://schemas.microsoft.com/office/drawing/2014/main" id="{76446AED-9CB7-465B-81DE-E96183A47B5F}"/>
              </a:ext>
            </a:extLst>
          </p:cNvPr>
          <p:cNvPicPr>
            <a:picLocks noChangeAspect="1"/>
          </p:cNvPicPr>
          <p:nvPr/>
        </p:nvPicPr>
        <p:blipFill>
          <a:blip r:embed="rId4"/>
          <a:stretch>
            <a:fillRect/>
          </a:stretch>
        </p:blipFill>
        <p:spPr>
          <a:xfrm>
            <a:off x="6378015" y="2774053"/>
            <a:ext cx="1156934" cy="1156934"/>
          </a:xfrm>
          <a:prstGeom prst="rect">
            <a:avLst/>
          </a:prstGeom>
        </p:spPr>
      </p:pic>
      <p:pic>
        <p:nvPicPr>
          <p:cNvPr id="15" name="Imagem 14">
            <a:extLst>
              <a:ext uri="{FF2B5EF4-FFF2-40B4-BE49-F238E27FC236}">
                <a16:creationId xmlns:a16="http://schemas.microsoft.com/office/drawing/2014/main" id="{658EC87C-A69E-4663-BE97-D5BE963C5929}"/>
              </a:ext>
            </a:extLst>
          </p:cNvPr>
          <p:cNvPicPr>
            <a:picLocks noChangeAspect="1"/>
          </p:cNvPicPr>
          <p:nvPr/>
        </p:nvPicPr>
        <p:blipFill>
          <a:blip r:embed="rId5"/>
          <a:stretch>
            <a:fillRect/>
          </a:stretch>
        </p:blipFill>
        <p:spPr>
          <a:xfrm>
            <a:off x="5402542" y="4563634"/>
            <a:ext cx="1708130" cy="1708130"/>
          </a:xfrm>
          <a:prstGeom prst="rect">
            <a:avLst/>
          </a:prstGeom>
        </p:spPr>
      </p:pic>
      <p:sp>
        <p:nvSpPr>
          <p:cNvPr id="11" name="CaixaDeTexto 5">
            <a:extLst>
              <a:ext uri="{FF2B5EF4-FFF2-40B4-BE49-F238E27FC236}">
                <a16:creationId xmlns:a16="http://schemas.microsoft.com/office/drawing/2014/main" id="{42D9AD25-1837-4915-8BA2-2996BA8BE89E}"/>
              </a:ext>
            </a:extLst>
          </p:cNvPr>
          <p:cNvSpPr txBox="1">
            <a:spLocks noChangeArrowheads="1"/>
          </p:cNvSpPr>
          <p:nvPr/>
        </p:nvSpPr>
        <p:spPr bwMode="auto">
          <a:xfrm>
            <a:off x="5008741" y="6076738"/>
            <a:ext cx="25955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defRPr/>
            </a:pPr>
            <a:r>
              <a:rPr lang="pt-BR" sz="1800" b="1" dirty="0">
                <a:ea typeface="+mn-ea"/>
                <a:cs typeface="Arial" panose="020B0604020202020204" pitchFamily="34" charset="0"/>
              </a:rPr>
              <a:t>Perneira em Raspa de</a:t>
            </a:r>
          </a:p>
          <a:p>
            <a:pPr algn="ctr">
              <a:defRPr/>
            </a:pPr>
            <a:r>
              <a:rPr lang="pt-BR" sz="1800" b="1" dirty="0">
                <a:ea typeface="+mn-ea"/>
                <a:cs typeface="Arial" panose="020B0604020202020204" pitchFamily="34" charset="0"/>
              </a:rPr>
              <a:t>Couro</a:t>
            </a:r>
          </a:p>
        </p:txBody>
      </p:sp>
      <p:sp>
        <p:nvSpPr>
          <p:cNvPr id="22"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808934"/>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1+#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00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1+#ppt_w/2"/>
                                          </p:val>
                                        </p:tav>
                                        <p:tav tm="100000">
                                          <p:val>
                                            <p:strVal val="#ppt_x"/>
                                          </p:val>
                                        </p:tav>
                                      </p:tavLst>
                                    </p:anim>
                                    <p:anim calcmode="lin" valueType="num">
                                      <p:cBhvr additive="base">
                                        <p:cTn id="3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3" grpId="0" animBg="1"/>
      <p:bldP spid="14" grpId="0"/>
      <p:bldP spid="2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406923" y="3101786"/>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1800" dirty="0">
                <a:solidFill>
                  <a:schemeClr val="bg1"/>
                </a:solidFill>
                <a:latin typeface="Arial" panose="020B0604020202020204" pitchFamily="34" charset="0"/>
                <a:cs typeface="Arial" panose="020B0604020202020204" pitchFamily="34" charset="0"/>
              </a:rPr>
              <a:t>Para evitar a inalação de partículas pequenas:</a:t>
            </a:r>
          </a:p>
          <a:p>
            <a:pPr marL="0" indent="0" algn="ctr">
              <a:buNone/>
            </a:pPr>
            <a:r>
              <a:rPr lang="pt-BR" altLang="pt-BR" sz="1800" dirty="0">
                <a:solidFill>
                  <a:schemeClr val="bg1"/>
                </a:solidFill>
                <a:latin typeface="Arial" panose="020B0604020202020204" pitchFamily="34" charset="0"/>
                <a:cs typeface="Arial" panose="020B0604020202020204" pitchFamily="34" charset="0"/>
              </a:rPr>
              <a:t> </a:t>
            </a: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sp>
        <p:nvSpPr>
          <p:cNvPr id="31" name="CaixaDeTexto 5">
            <a:extLst>
              <a:ext uri="{FF2B5EF4-FFF2-40B4-BE49-F238E27FC236}">
                <a16:creationId xmlns:a16="http://schemas.microsoft.com/office/drawing/2014/main" id="{1816B4EE-DB64-47A4-91C1-BC107A45E7A6}"/>
              </a:ext>
            </a:extLst>
          </p:cNvPr>
          <p:cNvSpPr txBox="1">
            <a:spLocks noChangeArrowheads="1"/>
          </p:cNvSpPr>
          <p:nvPr/>
        </p:nvSpPr>
        <p:spPr bwMode="auto">
          <a:xfrm>
            <a:off x="4730996" y="4606380"/>
            <a:ext cx="29995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defRPr/>
            </a:pPr>
            <a:r>
              <a:rPr lang="pt-BR" sz="1600" b="1" dirty="0">
                <a:ea typeface="+mn-ea"/>
                <a:cs typeface="Arial" panose="020B0604020202020204" pitchFamily="34" charset="0"/>
              </a:rPr>
              <a:t>Máscaras Descartáveis PFF1</a:t>
            </a:r>
          </a:p>
        </p:txBody>
      </p:sp>
      <p:pic>
        <p:nvPicPr>
          <p:cNvPr id="5" name="Espaço Reservado para Imagem 4">
            <a:extLst>
              <a:ext uri="{FF2B5EF4-FFF2-40B4-BE49-F238E27FC236}">
                <a16:creationId xmlns:a16="http://schemas.microsoft.com/office/drawing/2014/main" id="{C9B200EC-8112-4ECF-8026-EED1455BEE0E}"/>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3" b="-1059"/>
          <a:stretch/>
        </p:blipFill>
        <p:spPr>
          <a:xfrm>
            <a:off x="5430780" y="2251619"/>
            <a:ext cx="1708801" cy="2354761"/>
          </a:xfrm>
        </p:spPr>
      </p:pic>
      <p:sp>
        <p:nvSpPr>
          <p:cNvPr id="17" name="Text Placeholder 4"/>
          <p:cNvSpPr txBox="1">
            <a:spLocks/>
          </p:cNvSpPr>
          <p:nvPr/>
        </p:nvSpPr>
        <p:spPr>
          <a:xfrm>
            <a:off x="8417307" y="218480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bg1"/>
                </a:solidFill>
                <a:latin typeface="Arial" panose="020B0604020202020204" pitchFamily="34" charset="0"/>
                <a:cs typeface="Arial" panose="020B0604020202020204" pitchFamily="34" charset="0"/>
              </a:rPr>
              <a:t>EPI’S DE USO OBRIGATÓRIO A ATIVIDADE</a:t>
            </a:r>
            <a:endParaRPr lang="pt-BR"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1495450"/>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1+#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0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1+#ppt_w/2"/>
                                          </p:val>
                                        </p:tav>
                                        <p:tav tm="100000">
                                          <p:val>
                                            <p:strVal val="#ppt_x"/>
                                          </p:val>
                                        </p:tav>
                                      </p:tavLst>
                                    </p:anim>
                                    <p:anim calcmode="lin" valueType="num">
                                      <p:cBhvr additive="base">
                                        <p:cTn id="32"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3" grpId="0" animBg="1"/>
      <p:bldP spid="14" grpId="0"/>
      <p:bldP spid="1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8" y="0"/>
            <a:ext cx="6626252"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807546" y="3042491"/>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Função de Proteger contra projeção de partículas sólidas;</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Nunca retirar a Proteção;</a:t>
            </a:r>
          </a:p>
        </p:txBody>
      </p:sp>
      <p:sp>
        <p:nvSpPr>
          <p:cNvPr id="6" name="Text Placeholder 6">
            <a:extLst>
              <a:ext uri="{FF2B5EF4-FFF2-40B4-BE49-F238E27FC236}">
                <a16:creationId xmlns:a16="http://schemas.microsoft.com/office/drawing/2014/main" id="{F190388E-340B-4CF9-900C-1A64BDE80C15}"/>
              </a:ext>
            </a:extLst>
          </p:cNvPr>
          <p:cNvSpPr txBox="1">
            <a:spLocks/>
          </p:cNvSpPr>
          <p:nvPr/>
        </p:nvSpPr>
        <p:spPr>
          <a:xfrm>
            <a:off x="5986925" y="2413358"/>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600" b="1" dirty="0" smtClean="0">
                <a:solidFill>
                  <a:schemeClr val="bg1"/>
                </a:solidFill>
                <a:latin typeface="Arial" panose="020B0604020202020204" pitchFamily="34" charset="0"/>
                <a:cs typeface="Arial" panose="020B0604020202020204" pitchFamily="34" charset="0"/>
              </a:rPr>
              <a:t>PROTEÇÃO OU COIFA:</a:t>
            </a:r>
            <a:endParaRPr lang="pt-BR" sz="3600" b="1" dirty="0">
              <a:solidFill>
                <a:schemeClr val="bg1"/>
              </a:solidFill>
              <a:latin typeface="Arial" panose="020B0604020202020204" pitchFamily="34" charset="0"/>
              <a:cs typeface="Arial" panose="020B0604020202020204" pitchFamily="34" charset="0"/>
            </a:endParaRPr>
          </a:p>
        </p:txBody>
      </p:sp>
      <p:pic>
        <p:nvPicPr>
          <p:cNvPr id="12" name="Espaço Reservado para Imagem 11">
            <a:extLst>
              <a:ext uri="{FF2B5EF4-FFF2-40B4-BE49-F238E27FC236}">
                <a16:creationId xmlns:a16="http://schemas.microsoft.com/office/drawing/2014/main" id="{188FA601-0190-4378-BFCA-4DFDB207C309}"/>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3678" t="8101" r="16250" b="63293"/>
          <a:stretch/>
        </p:blipFill>
        <p:spPr>
          <a:xfrm>
            <a:off x="462054" y="1969176"/>
            <a:ext cx="4570909" cy="3317282"/>
          </a:xfrm>
        </p:spPr>
      </p:pic>
      <p:sp>
        <p:nvSpPr>
          <p:cNvPr id="14" name="CaixaDeTexto 13">
            <a:extLst>
              <a:ext uri="{FF2B5EF4-FFF2-40B4-BE49-F238E27FC236}">
                <a16:creationId xmlns:a16="http://schemas.microsoft.com/office/drawing/2014/main" id="{DA4BF27F-60CD-4CCB-BC8D-3EF9317CCCE2}"/>
              </a:ext>
            </a:extLst>
          </p:cNvPr>
          <p:cNvSpPr txBox="1"/>
          <p:nvPr/>
        </p:nvSpPr>
        <p:spPr>
          <a:xfrm>
            <a:off x="1016198" y="4466401"/>
            <a:ext cx="1462088" cy="254000"/>
          </a:xfrm>
          <a:prstGeom prst="rect">
            <a:avLst/>
          </a:prstGeom>
          <a:noFill/>
        </p:spPr>
        <p:txBody>
          <a:bodyPr wrap="none">
            <a:spAutoFit/>
          </a:bodyPr>
          <a:lstStyle/>
          <a:p>
            <a:pPr>
              <a:defRPr/>
            </a:pPr>
            <a:r>
              <a:rPr lang="pt-BR" sz="1050" i="1" dirty="0">
                <a:latin typeface="+mn-lt"/>
                <a:ea typeface="+mn-ea"/>
              </a:rPr>
              <a:t>Fonte: Google Imagens</a:t>
            </a:r>
            <a:endParaRPr lang="pt-BR" i="1" dirty="0">
              <a:latin typeface="+mn-lt"/>
              <a:ea typeface="+mn-ea"/>
            </a:endParaRPr>
          </a:p>
        </p:txBody>
      </p:sp>
      <p:sp>
        <p:nvSpPr>
          <p:cNvPr id="15" name="Rectangle 6">
            <a:extLst>
              <a:ext uri="{FF2B5EF4-FFF2-40B4-BE49-F238E27FC236}">
                <a16:creationId xmlns:a16="http://schemas.microsoft.com/office/drawing/2014/main" id="{8160C1A2-F2D2-43D4-B013-E61904BE156F}"/>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D7D26B8D-463A-4E1C-892B-90327AA68F1C}"/>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3044019207"/>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750" fill="hold"/>
                                        <p:tgtEl>
                                          <p:spTgt spid="15"/>
                                        </p:tgtEl>
                                        <p:attrNameLst>
                                          <p:attrName>ppt_x</p:attrName>
                                        </p:attrNameLst>
                                      </p:cBhvr>
                                      <p:tavLst>
                                        <p:tav tm="0">
                                          <p:val>
                                            <p:strVal val="1+#ppt_w/2"/>
                                          </p:val>
                                        </p:tav>
                                        <p:tav tm="100000">
                                          <p:val>
                                            <p:strVal val="#ppt_x"/>
                                          </p:val>
                                        </p:tav>
                                      </p:tavLst>
                                    </p:anim>
                                    <p:anim calcmode="lin" valueType="num">
                                      <p:cBhvr additive="base">
                                        <p:cTn id="31" dur="750" fill="hold"/>
                                        <p:tgtEl>
                                          <p:spTgt spid="15"/>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350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750" fill="hold"/>
                                        <p:tgtEl>
                                          <p:spTgt spid="17"/>
                                        </p:tgtEl>
                                        <p:attrNameLst>
                                          <p:attrName>ppt_x</p:attrName>
                                        </p:attrNameLst>
                                      </p:cBhvr>
                                      <p:tavLst>
                                        <p:tav tm="0">
                                          <p:val>
                                            <p:strVal val="1+#ppt_w/2"/>
                                          </p:val>
                                        </p:tav>
                                        <p:tav tm="100000">
                                          <p:val>
                                            <p:strVal val="#ppt_x"/>
                                          </p:val>
                                        </p:tav>
                                      </p:tavLst>
                                    </p:anim>
                                    <p:anim calcmode="lin" valueType="num">
                                      <p:cBhvr additive="base">
                                        <p:cTn id="35"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18" grpId="0"/>
      <p:bldP spid="8" grpId="0" animBg="1"/>
      <p:bldP spid="30" grpId="0"/>
      <p:bldP spid="15" grpId="0" animBg="1"/>
      <p:bldP spid="1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5" name="Rectangle 4"/>
          <p:cNvSpPr/>
          <p:nvPr/>
        </p:nvSpPr>
        <p:spPr>
          <a:xfrm>
            <a:off x="5565749" y="0"/>
            <a:ext cx="6626251"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Text Placeholder 4"/>
          <p:cNvSpPr txBox="1">
            <a:spLocks/>
          </p:cNvSpPr>
          <p:nvPr/>
        </p:nvSpPr>
        <p:spPr>
          <a:xfrm>
            <a:off x="5773219" y="3273917"/>
            <a:ext cx="6264576" cy="102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1800" dirty="0">
                <a:solidFill>
                  <a:schemeClr val="bg1"/>
                </a:solidFill>
                <a:latin typeface="Arial" panose="020B0604020202020204" pitchFamily="34" charset="0"/>
                <a:cs typeface="Arial" panose="020B0604020202020204" pitchFamily="34" charset="0"/>
              </a:rPr>
              <a:t>Não use roupas frouxas;</a:t>
            </a:r>
          </a:p>
          <a:p>
            <a:pPr>
              <a:spcAft>
                <a:spcPct val="25000"/>
              </a:spcAft>
            </a:pPr>
            <a:r>
              <a:rPr lang="pt-BR" altLang="pt-BR" sz="1800" dirty="0">
                <a:solidFill>
                  <a:schemeClr val="bg1"/>
                </a:solidFill>
                <a:latin typeface="Arial" panose="020B0604020202020204" pitchFamily="34" charset="0"/>
                <a:cs typeface="Arial" panose="020B0604020202020204" pitchFamily="34" charset="0"/>
              </a:rPr>
              <a:t>Não use cordões, pulseiras, anéis, etc.</a:t>
            </a:r>
          </a:p>
          <a:p>
            <a:pPr marL="0" indent="0">
              <a:buNone/>
            </a:pPr>
            <a:r>
              <a:rPr lang="pt-BR" altLang="pt-BR" sz="1800" dirty="0">
                <a:solidFill>
                  <a:schemeClr val="bg1"/>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6ACC0DC4-6CC1-473A-AB55-440AC5070EF3}"/>
              </a:ext>
            </a:extLst>
          </p:cNvPr>
          <p:cNvSpPr txBox="1">
            <a:spLocks/>
          </p:cNvSpPr>
          <p:nvPr/>
        </p:nvSpPr>
        <p:spPr>
          <a:xfrm>
            <a:off x="5925965" y="2806639"/>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2400" b="1" dirty="0" smtClean="0">
                <a:solidFill>
                  <a:schemeClr val="bg1"/>
                </a:solidFill>
                <a:latin typeface="Arial" panose="020B0604020202020204" pitchFamily="34" charset="0"/>
                <a:cs typeface="Arial" panose="020B0604020202020204" pitchFamily="34" charset="0"/>
              </a:rPr>
              <a:t>ROUPAS E OBJETOS DE ADORNO:</a:t>
            </a:r>
            <a:endParaRPr lang="pt-BR" sz="2400" b="1" dirty="0">
              <a:solidFill>
                <a:schemeClr val="bg1"/>
              </a:solidFill>
              <a:latin typeface="Arial" panose="020B0604020202020204" pitchFamily="34" charset="0"/>
              <a:cs typeface="Arial" panose="020B0604020202020204" pitchFamily="34" charset="0"/>
            </a:endParaRPr>
          </a:p>
        </p:txBody>
      </p:sp>
      <p:pic>
        <p:nvPicPr>
          <p:cNvPr id="12" name="Espaço Reservado para Imagem 11">
            <a:extLst>
              <a:ext uri="{FF2B5EF4-FFF2-40B4-BE49-F238E27FC236}">
                <a16:creationId xmlns:a16="http://schemas.microsoft.com/office/drawing/2014/main" id="{188FA601-0190-4378-BFCA-4DFDB207C309}"/>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3552" t="35216" r="13971" b="29159"/>
          <a:stretch/>
        </p:blipFill>
        <p:spPr>
          <a:xfrm>
            <a:off x="668525" y="1457220"/>
            <a:ext cx="4157967" cy="3633393"/>
          </a:xfrm>
        </p:spPr>
      </p:pic>
      <p:sp>
        <p:nvSpPr>
          <p:cNvPr id="16" name="CaixaDeTexto 15">
            <a:extLst>
              <a:ext uri="{FF2B5EF4-FFF2-40B4-BE49-F238E27FC236}">
                <a16:creationId xmlns:a16="http://schemas.microsoft.com/office/drawing/2014/main" id="{431817E4-D899-42B6-9723-5C0B380395D3}"/>
              </a:ext>
            </a:extLst>
          </p:cNvPr>
          <p:cNvSpPr txBox="1"/>
          <p:nvPr/>
        </p:nvSpPr>
        <p:spPr>
          <a:xfrm>
            <a:off x="1456844" y="4423013"/>
            <a:ext cx="1462088" cy="254000"/>
          </a:xfrm>
          <a:prstGeom prst="rect">
            <a:avLst/>
          </a:prstGeom>
          <a:noFill/>
        </p:spPr>
        <p:txBody>
          <a:bodyPr wrap="square">
            <a:spAutoFit/>
          </a:bodyPr>
          <a:lstStyle/>
          <a:p>
            <a:pPr>
              <a:defRPr/>
            </a:pPr>
            <a:r>
              <a:rPr lang="pt-BR" sz="1050" i="1" dirty="0">
                <a:latin typeface="+mn-lt"/>
                <a:ea typeface="+mn-ea"/>
              </a:rPr>
              <a:t>Fonte: Google Imagens</a:t>
            </a:r>
            <a:endParaRPr lang="pt-BR" i="1" dirty="0">
              <a:latin typeface="+mn-lt"/>
              <a:ea typeface="+mn-ea"/>
            </a:endParaRPr>
          </a:p>
        </p:txBody>
      </p:sp>
      <p:sp>
        <p:nvSpPr>
          <p:cNvPr id="15" name="Rectangle 6">
            <a:extLst>
              <a:ext uri="{FF2B5EF4-FFF2-40B4-BE49-F238E27FC236}">
                <a16:creationId xmlns:a16="http://schemas.microsoft.com/office/drawing/2014/main" id="{8CCFA798-F33E-49B8-89B5-4B9E515C1266}"/>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43047F7A-34A0-4AB3-97EB-52C4B6D1901E}"/>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0032344"/>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0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375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35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750" fill="hold"/>
                                        <p:tgtEl>
                                          <p:spTgt spid="15"/>
                                        </p:tgtEl>
                                        <p:attrNameLst>
                                          <p:attrName>ppt_x</p:attrName>
                                        </p:attrNameLst>
                                      </p:cBhvr>
                                      <p:tavLst>
                                        <p:tav tm="0">
                                          <p:val>
                                            <p:strVal val="1+#ppt_w/2"/>
                                          </p:val>
                                        </p:tav>
                                        <p:tav tm="100000">
                                          <p:val>
                                            <p:strVal val="#ppt_x"/>
                                          </p:val>
                                        </p:tav>
                                      </p:tavLst>
                                    </p:anim>
                                    <p:anim calcmode="lin" valueType="num">
                                      <p:cBhvr additive="base">
                                        <p:cTn id="28" dur="75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35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750" fill="hold"/>
                                        <p:tgtEl>
                                          <p:spTgt spid="17"/>
                                        </p:tgtEl>
                                        <p:attrNameLst>
                                          <p:attrName>ppt_x</p:attrName>
                                        </p:attrNameLst>
                                      </p:cBhvr>
                                      <p:tavLst>
                                        <p:tav tm="0">
                                          <p:val>
                                            <p:strVal val="1+#ppt_w/2"/>
                                          </p:val>
                                        </p:tav>
                                        <p:tav tm="100000">
                                          <p:val>
                                            <p:strVal val="#ppt_x"/>
                                          </p:val>
                                        </p:tav>
                                      </p:tavLst>
                                    </p:anim>
                                    <p:anim calcmode="lin" valueType="num">
                                      <p:cBhvr additive="base">
                                        <p:cTn id="32" dur="75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5" grpId="0" animBg="1"/>
      <p:bldP spid="26" grpId="0"/>
      <p:bldP spid="15" grpId="0" animBg="1"/>
      <p:bldP spid="17" grpId="0" animBg="1"/>
      <p:bldP spid="1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Espaço Reservado para Imagem 18">
            <a:extLst>
              <a:ext uri="{FF2B5EF4-FFF2-40B4-BE49-F238E27FC236}">
                <a16:creationId xmlns:a16="http://schemas.microsoft.com/office/drawing/2014/main" id="{7C46AFE2-2B86-47A5-ADEA-833028A54E7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6779" t="18812" r="19327" b="53192"/>
          <a:stretch/>
        </p:blipFill>
        <p:spPr>
          <a:xfrm>
            <a:off x="403353" y="1896856"/>
            <a:ext cx="4688312" cy="3652069"/>
          </a:xfrm>
        </p:spPr>
      </p:pic>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8" y="0"/>
            <a:ext cx="6626252"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758161" y="3175000"/>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Use ferramentas adequadas;</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Não aperte o parafuso com muita força</a:t>
            </a:r>
          </a:p>
        </p:txBody>
      </p:sp>
      <p:sp>
        <p:nvSpPr>
          <p:cNvPr id="6" name="Text Placeholder 6">
            <a:extLst>
              <a:ext uri="{FF2B5EF4-FFF2-40B4-BE49-F238E27FC236}">
                <a16:creationId xmlns:a16="http://schemas.microsoft.com/office/drawing/2014/main" id="{F190388E-340B-4CF9-900C-1A64BDE80C15}"/>
              </a:ext>
            </a:extLst>
          </p:cNvPr>
          <p:cNvSpPr txBox="1">
            <a:spLocks/>
          </p:cNvSpPr>
          <p:nvPr/>
        </p:nvSpPr>
        <p:spPr>
          <a:xfrm>
            <a:off x="5937540" y="2545867"/>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200" b="1" dirty="0" smtClean="0">
                <a:solidFill>
                  <a:schemeClr val="bg1"/>
                </a:solidFill>
                <a:latin typeface="Arial" panose="020B0604020202020204" pitchFamily="34" charset="0"/>
                <a:cs typeface="Arial" panose="020B0604020202020204" pitchFamily="34" charset="0"/>
              </a:rPr>
              <a:t>FERRAMENTAS:</a:t>
            </a:r>
            <a:endParaRPr lang="pt-BR" sz="3200" b="1" dirty="0">
              <a:solidFill>
                <a:schemeClr val="bg1"/>
              </a:solidFill>
              <a:latin typeface="Arial" panose="020B0604020202020204" pitchFamily="34" charset="0"/>
              <a:cs typeface="Arial" panose="020B0604020202020204" pitchFamily="34" charset="0"/>
            </a:endParaRPr>
          </a:p>
        </p:txBody>
      </p:sp>
      <p:sp>
        <p:nvSpPr>
          <p:cNvPr id="14" name="CaixaDeTexto 13">
            <a:extLst>
              <a:ext uri="{FF2B5EF4-FFF2-40B4-BE49-F238E27FC236}">
                <a16:creationId xmlns:a16="http://schemas.microsoft.com/office/drawing/2014/main" id="{DA4BF27F-60CD-4CCB-BC8D-3EF9317CCCE2}"/>
              </a:ext>
            </a:extLst>
          </p:cNvPr>
          <p:cNvSpPr txBox="1"/>
          <p:nvPr/>
        </p:nvSpPr>
        <p:spPr>
          <a:xfrm>
            <a:off x="1030805" y="4912491"/>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Rectangle 6">
            <a:extLst>
              <a:ext uri="{FF2B5EF4-FFF2-40B4-BE49-F238E27FC236}">
                <a16:creationId xmlns:a16="http://schemas.microsoft.com/office/drawing/2014/main" id="{5013431D-CE90-468F-B63B-DDA3A238ACBD}"/>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EEDEFAA4-2C72-46AF-B78D-505803269F07}"/>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3177880"/>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2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2" presetClass="entr" presetSubtype="2" fill="hold" grpId="0" nodeType="withEffect">
                                  <p:stCondLst>
                                    <p:cond delay="275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35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750" fill="hold"/>
                                        <p:tgtEl>
                                          <p:spTgt spid="15"/>
                                        </p:tgtEl>
                                        <p:attrNameLst>
                                          <p:attrName>ppt_x</p:attrName>
                                        </p:attrNameLst>
                                      </p:cBhvr>
                                      <p:tavLst>
                                        <p:tav tm="0">
                                          <p:val>
                                            <p:strVal val="1+#ppt_w/2"/>
                                          </p:val>
                                        </p:tav>
                                        <p:tav tm="100000">
                                          <p:val>
                                            <p:strVal val="#ppt_x"/>
                                          </p:val>
                                        </p:tav>
                                      </p:tavLst>
                                    </p:anim>
                                    <p:anim calcmode="lin" valueType="num">
                                      <p:cBhvr additive="base">
                                        <p:cTn id="27" dur="750" fill="hold"/>
                                        <p:tgtEl>
                                          <p:spTgt spid="15"/>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750" fill="hold"/>
                                        <p:tgtEl>
                                          <p:spTgt spid="17"/>
                                        </p:tgtEl>
                                        <p:attrNameLst>
                                          <p:attrName>ppt_x</p:attrName>
                                        </p:attrNameLst>
                                      </p:cBhvr>
                                      <p:tavLst>
                                        <p:tav tm="0">
                                          <p:val>
                                            <p:strVal val="1+#ppt_w/2"/>
                                          </p:val>
                                        </p:tav>
                                        <p:tav tm="100000">
                                          <p:val>
                                            <p:strVal val="#ppt_x"/>
                                          </p:val>
                                        </p:tav>
                                      </p:tavLst>
                                    </p:anim>
                                    <p:anim calcmode="lin" valueType="num">
                                      <p:cBhvr additive="base">
                                        <p:cTn id="31" dur="750" fill="hold"/>
                                        <p:tgtEl>
                                          <p:spTgt spid="17"/>
                                        </p:tgtEl>
                                        <p:attrNameLst>
                                          <p:attrName>ppt_y</p:attrName>
                                        </p:attrNameLst>
                                      </p:cBhvr>
                                      <p:tavLst>
                                        <p:tav tm="0">
                                          <p:val>
                                            <p:strVal val="#ppt_y"/>
                                          </p:val>
                                        </p:tav>
                                        <p:tav tm="100000">
                                          <p:val>
                                            <p:strVal val="#ppt_y"/>
                                          </p:val>
                                        </p:tav>
                                      </p:tavLst>
                                    </p:anim>
                                  </p:childTnLst>
                                </p:cTn>
                              </p:par>
                              <p:par>
                                <p:cTn id="32" presetID="2" presetClass="entr" presetSubtype="8" decel="10000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0-#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8" grpId="0" animBg="1"/>
      <p:bldP spid="30" grpId="0"/>
      <p:bldP spid="15" grpId="0" animBg="1"/>
      <p:bldP spid="17" grpId="0" animBg="1"/>
      <p:bldP spid="1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Espaço Reservado para Imagem 18">
            <a:extLst>
              <a:ext uri="{FF2B5EF4-FFF2-40B4-BE49-F238E27FC236}">
                <a16:creationId xmlns:a16="http://schemas.microsoft.com/office/drawing/2014/main" id="{7C46AFE2-2B86-47A5-ADEA-833028A54E7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6779" t="49789" r="19327" b="16963"/>
          <a:stretch/>
        </p:blipFill>
        <p:spPr>
          <a:xfrm>
            <a:off x="549606" y="1661229"/>
            <a:ext cx="4395806" cy="4066548"/>
          </a:xfrm>
        </p:spPr>
      </p:pic>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5" name="Rectangle 4"/>
          <p:cNvSpPr/>
          <p:nvPr/>
        </p:nvSpPr>
        <p:spPr>
          <a:xfrm>
            <a:off x="5565749" y="0"/>
            <a:ext cx="6626251"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Text Placeholder 4"/>
          <p:cNvSpPr txBox="1">
            <a:spLocks/>
          </p:cNvSpPr>
          <p:nvPr/>
        </p:nvSpPr>
        <p:spPr>
          <a:xfrm>
            <a:off x="5769735" y="2588377"/>
            <a:ext cx="6264576" cy="102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000" dirty="0">
                <a:solidFill>
                  <a:schemeClr val="bg1"/>
                </a:solidFill>
                <a:latin typeface="Arial" panose="020B0604020202020204" pitchFamily="34" charset="0"/>
                <a:cs typeface="Arial" panose="020B0604020202020204" pitchFamily="34" charset="0"/>
              </a:rPr>
              <a:t>Não use o equipamento se estiver com fios desencapados;</a:t>
            </a:r>
          </a:p>
          <a:p>
            <a:pPr>
              <a:spcAft>
                <a:spcPct val="25000"/>
              </a:spcAft>
            </a:pPr>
            <a:r>
              <a:rPr lang="pt-BR" altLang="pt-BR" sz="2000" dirty="0">
                <a:solidFill>
                  <a:schemeClr val="bg1"/>
                </a:solidFill>
                <a:latin typeface="Arial" panose="020B0604020202020204" pitchFamily="34" charset="0"/>
                <a:cs typeface="Arial" panose="020B0604020202020204" pitchFamily="34" charset="0"/>
              </a:rPr>
              <a:t>Não use o equipamento sem o plugue da tomada elétrica;</a:t>
            </a:r>
          </a:p>
          <a:p>
            <a:pPr>
              <a:spcAft>
                <a:spcPct val="25000"/>
              </a:spcAft>
            </a:pPr>
            <a:r>
              <a:rPr lang="pt-BR" altLang="pt-BR" sz="2000" dirty="0">
                <a:solidFill>
                  <a:schemeClr val="bg1"/>
                </a:solidFill>
                <a:latin typeface="Arial" panose="020B0604020202020204" pitchFamily="34" charset="0"/>
                <a:cs typeface="Arial" panose="020B0604020202020204" pitchFamily="34" charset="0"/>
              </a:rPr>
              <a:t>Mantenha o cabo de alimentação a uma distância segura do equipamento.</a:t>
            </a:r>
          </a:p>
          <a:p>
            <a:pPr marL="0" indent="0">
              <a:buNone/>
            </a:pPr>
            <a:r>
              <a:rPr lang="pt-BR" altLang="pt-BR" sz="2000" dirty="0">
                <a:solidFill>
                  <a:schemeClr val="bg1"/>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6ACC0DC4-6CC1-473A-AB55-440AC5070EF3}"/>
              </a:ext>
            </a:extLst>
          </p:cNvPr>
          <p:cNvSpPr txBox="1">
            <a:spLocks/>
          </p:cNvSpPr>
          <p:nvPr/>
        </p:nvSpPr>
        <p:spPr>
          <a:xfrm>
            <a:off x="5949114" y="1925022"/>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3200" b="1" dirty="0" smtClean="0">
                <a:solidFill>
                  <a:schemeClr val="bg1"/>
                </a:solidFill>
                <a:latin typeface="Arial" panose="020B0604020202020204" pitchFamily="34" charset="0"/>
                <a:cs typeface="Arial" panose="020B0604020202020204" pitchFamily="34" charset="0"/>
              </a:rPr>
              <a:t>ELETRICIDADE:</a:t>
            </a:r>
            <a:endParaRPr lang="pt-BR" sz="3200" b="1" dirty="0">
              <a:solidFill>
                <a:schemeClr val="bg1"/>
              </a:solidFill>
              <a:latin typeface="Arial" panose="020B0604020202020204" pitchFamily="34" charset="0"/>
              <a:cs typeface="Arial" panose="020B0604020202020204" pitchFamily="34" charset="0"/>
            </a:endParaRPr>
          </a:p>
        </p:txBody>
      </p:sp>
      <p:sp>
        <p:nvSpPr>
          <p:cNvPr id="16" name="CaixaDeTexto 15">
            <a:extLst>
              <a:ext uri="{FF2B5EF4-FFF2-40B4-BE49-F238E27FC236}">
                <a16:creationId xmlns:a16="http://schemas.microsoft.com/office/drawing/2014/main" id="{431817E4-D899-42B6-9723-5C0B380395D3}"/>
              </a:ext>
            </a:extLst>
          </p:cNvPr>
          <p:cNvSpPr txBox="1"/>
          <p:nvPr/>
        </p:nvSpPr>
        <p:spPr>
          <a:xfrm>
            <a:off x="1285421" y="5330246"/>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Rectangle 6">
            <a:extLst>
              <a:ext uri="{FF2B5EF4-FFF2-40B4-BE49-F238E27FC236}">
                <a16:creationId xmlns:a16="http://schemas.microsoft.com/office/drawing/2014/main" id="{E41FEB68-53AC-45DE-BF96-511237736A60}"/>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A1C912EB-7C22-478F-B025-8777CA87D355}"/>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6985240"/>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0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375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35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750" fill="hold"/>
                                        <p:tgtEl>
                                          <p:spTgt spid="15"/>
                                        </p:tgtEl>
                                        <p:attrNameLst>
                                          <p:attrName>ppt_x</p:attrName>
                                        </p:attrNameLst>
                                      </p:cBhvr>
                                      <p:tavLst>
                                        <p:tav tm="0">
                                          <p:val>
                                            <p:strVal val="1+#ppt_w/2"/>
                                          </p:val>
                                        </p:tav>
                                        <p:tav tm="100000">
                                          <p:val>
                                            <p:strVal val="#ppt_x"/>
                                          </p:val>
                                        </p:tav>
                                      </p:tavLst>
                                    </p:anim>
                                    <p:anim calcmode="lin" valueType="num">
                                      <p:cBhvr additive="base">
                                        <p:cTn id="28" dur="75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350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750" fill="hold"/>
                                        <p:tgtEl>
                                          <p:spTgt spid="17"/>
                                        </p:tgtEl>
                                        <p:attrNameLst>
                                          <p:attrName>ppt_x</p:attrName>
                                        </p:attrNameLst>
                                      </p:cBhvr>
                                      <p:tavLst>
                                        <p:tav tm="0">
                                          <p:val>
                                            <p:strVal val="1+#ppt_w/2"/>
                                          </p:val>
                                        </p:tav>
                                        <p:tav tm="100000">
                                          <p:val>
                                            <p:strVal val="#ppt_x"/>
                                          </p:val>
                                        </p:tav>
                                      </p:tavLst>
                                    </p:anim>
                                    <p:anim calcmode="lin" valueType="num">
                                      <p:cBhvr additive="base">
                                        <p:cTn id="32" dur="75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5" grpId="0" animBg="1"/>
      <p:bldP spid="26" grpId="0"/>
      <p:bldP spid="15" grpId="0" animBg="1"/>
      <p:bldP spid="17" grpId="0" animBg="1"/>
      <p:bldP spid="1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ço Reservado para Imagem 8" descr="Uma imagem contendo natureza, fogo, lareira&#10;&#10;Descrição gerada automaticamente">
            <a:extLst>
              <a:ext uri="{FF2B5EF4-FFF2-40B4-BE49-F238E27FC236}">
                <a16:creationId xmlns:a16="http://schemas.microsoft.com/office/drawing/2014/main" id="{B9A5833E-32AA-46E5-BF3E-D03FCF05F96D}"/>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2242" t="19131" r="21501" b="58362"/>
          <a:stretch/>
        </p:blipFill>
        <p:spPr>
          <a:xfrm>
            <a:off x="745580" y="2132134"/>
            <a:ext cx="4003858" cy="2847731"/>
          </a:xfrm>
        </p:spPr>
      </p:pic>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8" y="0"/>
            <a:ext cx="6626252"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824624" y="2854982"/>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Nunca use lixadeiras próximo ou na direção de materiais inflamáveis;</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Carrinhos de Maçarico e de Solda (Acetileno, Oxigênio, GLP).</a:t>
            </a:r>
          </a:p>
        </p:txBody>
      </p:sp>
      <p:sp>
        <p:nvSpPr>
          <p:cNvPr id="6" name="Text Placeholder 6">
            <a:extLst>
              <a:ext uri="{FF2B5EF4-FFF2-40B4-BE49-F238E27FC236}">
                <a16:creationId xmlns:a16="http://schemas.microsoft.com/office/drawing/2014/main" id="{F190388E-340B-4CF9-900C-1A64BDE80C15}"/>
              </a:ext>
            </a:extLst>
          </p:cNvPr>
          <p:cNvSpPr txBox="1">
            <a:spLocks/>
          </p:cNvSpPr>
          <p:nvPr/>
        </p:nvSpPr>
        <p:spPr>
          <a:xfrm>
            <a:off x="6004003" y="2225849"/>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4000" b="1" dirty="0" smtClean="0">
                <a:solidFill>
                  <a:schemeClr val="bg1"/>
                </a:solidFill>
                <a:latin typeface="Arial" panose="020B0604020202020204" pitchFamily="34" charset="0"/>
                <a:cs typeface="Arial" panose="020B0604020202020204" pitchFamily="34" charset="0"/>
              </a:rPr>
              <a:t>INCÊNDIO:</a:t>
            </a:r>
            <a:endParaRPr lang="pt-BR" sz="4000" b="1" dirty="0">
              <a:solidFill>
                <a:schemeClr val="bg1"/>
              </a:solidFill>
              <a:latin typeface="Arial" panose="020B0604020202020204" pitchFamily="34" charset="0"/>
              <a:cs typeface="Arial" panose="020B0604020202020204" pitchFamily="34" charset="0"/>
            </a:endParaRPr>
          </a:p>
        </p:txBody>
      </p:sp>
      <p:sp>
        <p:nvSpPr>
          <p:cNvPr id="16" name="CaixaDeTexto 15">
            <a:extLst>
              <a:ext uri="{FF2B5EF4-FFF2-40B4-BE49-F238E27FC236}">
                <a16:creationId xmlns:a16="http://schemas.microsoft.com/office/drawing/2014/main" id="{431817E4-D899-42B6-9723-5C0B380395D3}"/>
              </a:ext>
            </a:extLst>
          </p:cNvPr>
          <p:cNvSpPr txBox="1"/>
          <p:nvPr/>
        </p:nvSpPr>
        <p:spPr>
          <a:xfrm>
            <a:off x="827210" y="4852865"/>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sp>
        <p:nvSpPr>
          <p:cNvPr id="15" name="Rectangle 6">
            <a:extLst>
              <a:ext uri="{FF2B5EF4-FFF2-40B4-BE49-F238E27FC236}">
                <a16:creationId xmlns:a16="http://schemas.microsoft.com/office/drawing/2014/main" id="{01ACA4D4-7BA6-477B-AFB9-FA9CFFD24DD6}"/>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ctangle 6">
            <a:extLst>
              <a:ext uri="{FF2B5EF4-FFF2-40B4-BE49-F238E27FC236}">
                <a16:creationId xmlns:a16="http://schemas.microsoft.com/office/drawing/2014/main" id="{6DE75EE9-39F8-4494-8C99-F30FA5FE5309}"/>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6862071"/>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22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2" presetClass="entr" presetSubtype="2" fill="hold" grpId="0" nodeType="withEffect">
                                  <p:stCondLst>
                                    <p:cond delay="275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35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750" fill="hold"/>
                                        <p:tgtEl>
                                          <p:spTgt spid="15"/>
                                        </p:tgtEl>
                                        <p:attrNameLst>
                                          <p:attrName>ppt_x</p:attrName>
                                        </p:attrNameLst>
                                      </p:cBhvr>
                                      <p:tavLst>
                                        <p:tav tm="0">
                                          <p:val>
                                            <p:strVal val="1+#ppt_w/2"/>
                                          </p:val>
                                        </p:tav>
                                        <p:tav tm="100000">
                                          <p:val>
                                            <p:strVal val="#ppt_x"/>
                                          </p:val>
                                        </p:tav>
                                      </p:tavLst>
                                    </p:anim>
                                    <p:anim calcmode="lin" valueType="num">
                                      <p:cBhvr additive="base">
                                        <p:cTn id="27" dur="750" fill="hold"/>
                                        <p:tgtEl>
                                          <p:spTgt spid="15"/>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750" fill="hold"/>
                                        <p:tgtEl>
                                          <p:spTgt spid="17"/>
                                        </p:tgtEl>
                                        <p:attrNameLst>
                                          <p:attrName>ppt_x</p:attrName>
                                        </p:attrNameLst>
                                      </p:cBhvr>
                                      <p:tavLst>
                                        <p:tav tm="0">
                                          <p:val>
                                            <p:strVal val="1+#ppt_w/2"/>
                                          </p:val>
                                        </p:tav>
                                        <p:tav tm="100000">
                                          <p:val>
                                            <p:strVal val="#ppt_x"/>
                                          </p:val>
                                        </p:tav>
                                      </p:tavLst>
                                    </p:anim>
                                    <p:anim calcmode="lin" valueType="num">
                                      <p:cBhvr additive="base">
                                        <p:cTn id="31" dur="750" fill="hold"/>
                                        <p:tgtEl>
                                          <p:spTgt spid="17"/>
                                        </p:tgtEl>
                                        <p:attrNameLst>
                                          <p:attrName>ppt_y</p:attrName>
                                        </p:attrNameLst>
                                      </p:cBhvr>
                                      <p:tavLst>
                                        <p:tav tm="0">
                                          <p:val>
                                            <p:strVal val="#ppt_y"/>
                                          </p:val>
                                        </p:tav>
                                        <p:tav tm="100000">
                                          <p:val>
                                            <p:strVal val="#ppt_y"/>
                                          </p:val>
                                        </p:tav>
                                      </p:tavLst>
                                    </p:anim>
                                  </p:childTnLst>
                                </p:cTn>
                              </p:par>
                              <p:par>
                                <p:cTn id="32" presetID="2" presetClass="entr" presetSubtype="8" decel="100000" fill="hold" grpId="0" nodeType="withEffect">
                                  <p:stCondLst>
                                    <p:cond delay="75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0-#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8" grpId="0" animBg="1"/>
      <p:bldP spid="30" grpId="0"/>
      <p:bldP spid="15" grpId="0" animBg="1"/>
      <p:bldP spid="17" grpId="0" animBg="1"/>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1465" y="105113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5" name="Rectangle 4"/>
          <p:cNvSpPr/>
          <p:nvPr/>
        </p:nvSpPr>
        <p:spPr>
          <a:xfrm>
            <a:off x="5565749" y="0"/>
            <a:ext cx="6626251"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Text Placeholder 4"/>
          <p:cNvSpPr txBox="1">
            <a:spLocks/>
          </p:cNvSpPr>
          <p:nvPr/>
        </p:nvSpPr>
        <p:spPr>
          <a:xfrm>
            <a:off x="5688713" y="2588377"/>
            <a:ext cx="6264576" cy="102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altLang="pt-BR" sz="2400" dirty="0">
                <a:solidFill>
                  <a:schemeClr val="bg1"/>
                </a:solidFill>
                <a:latin typeface="Arial" panose="020B0604020202020204" pitchFamily="34" charset="0"/>
                <a:cs typeface="Arial" panose="020B0604020202020204" pitchFamily="34" charset="0"/>
              </a:rPr>
              <a:t>Quando terminar o trabalho espere o disco parar; </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Destrave a chave LIGA/DESLIGA ao terminar a atividade;</a:t>
            </a:r>
          </a:p>
          <a:p>
            <a:pPr>
              <a:spcAft>
                <a:spcPct val="25000"/>
              </a:spcAft>
            </a:pPr>
            <a:r>
              <a:rPr lang="pt-BR" altLang="pt-BR" sz="2400" dirty="0">
                <a:solidFill>
                  <a:schemeClr val="bg1"/>
                </a:solidFill>
                <a:latin typeface="Arial" panose="020B0604020202020204" pitchFamily="34" charset="0"/>
                <a:cs typeface="Arial" panose="020B0604020202020204" pitchFamily="34" charset="0"/>
              </a:rPr>
              <a:t>Guarde o equipamento com o disco virado para cima em local adequado.</a:t>
            </a:r>
          </a:p>
          <a:p>
            <a:pPr>
              <a:spcAft>
                <a:spcPct val="25000"/>
              </a:spcAft>
            </a:pPr>
            <a:endParaRPr lang="pt-BR" altLang="pt-BR" sz="2400" dirty="0">
              <a:solidFill>
                <a:schemeClr val="bg1"/>
              </a:solidFill>
              <a:latin typeface="Arial" panose="020B0604020202020204" pitchFamily="34" charset="0"/>
              <a:cs typeface="Arial" panose="020B0604020202020204" pitchFamily="34" charset="0"/>
            </a:endParaRPr>
          </a:p>
          <a:p>
            <a:pPr marL="0" indent="0">
              <a:buNone/>
            </a:pPr>
            <a:r>
              <a:rPr lang="pt-BR" altLang="pt-BR" sz="2400" dirty="0">
                <a:solidFill>
                  <a:schemeClr val="bg1"/>
                </a:solidFill>
                <a:latin typeface="Arial" panose="020B0604020202020204" pitchFamily="34" charset="0"/>
                <a:cs typeface="Arial" panose="020B0604020202020204" pitchFamily="34" charset="0"/>
              </a:rPr>
              <a:t> </a:t>
            </a:r>
          </a:p>
        </p:txBody>
      </p:sp>
      <p:sp>
        <p:nvSpPr>
          <p:cNvPr id="7" name="Text Placeholder 6">
            <a:extLst>
              <a:ext uri="{FF2B5EF4-FFF2-40B4-BE49-F238E27FC236}">
                <a16:creationId xmlns:a16="http://schemas.microsoft.com/office/drawing/2014/main" id="{6ACC0DC4-6CC1-473A-AB55-440AC5070EF3}"/>
              </a:ext>
            </a:extLst>
          </p:cNvPr>
          <p:cNvSpPr txBox="1">
            <a:spLocks/>
          </p:cNvSpPr>
          <p:nvPr/>
        </p:nvSpPr>
        <p:spPr>
          <a:xfrm>
            <a:off x="5868092" y="2048222"/>
            <a:ext cx="5905818" cy="629133"/>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dirty="0" smtClean="0">
                <a:solidFill>
                  <a:schemeClr val="bg1"/>
                </a:solidFill>
                <a:latin typeface="Arial" panose="020B0604020202020204" pitchFamily="34" charset="0"/>
                <a:cs typeface="Arial" panose="020B0604020202020204" pitchFamily="34" charset="0"/>
              </a:rPr>
              <a:t>DESLIGANDO E GUARDANDO:</a:t>
            </a:r>
            <a:endParaRPr lang="pt-BR" b="1" dirty="0">
              <a:solidFill>
                <a:schemeClr val="bg1"/>
              </a:solidFill>
              <a:latin typeface="Arial" panose="020B0604020202020204" pitchFamily="34" charset="0"/>
              <a:cs typeface="Arial" panose="020B0604020202020204" pitchFamily="34" charset="0"/>
            </a:endParaRPr>
          </a:p>
        </p:txBody>
      </p:sp>
      <p:sp>
        <p:nvSpPr>
          <p:cNvPr id="16" name="CaixaDeTexto 15">
            <a:extLst>
              <a:ext uri="{FF2B5EF4-FFF2-40B4-BE49-F238E27FC236}">
                <a16:creationId xmlns:a16="http://schemas.microsoft.com/office/drawing/2014/main" id="{431817E4-D899-42B6-9723-5C0B380395D3}"/>
              </a:ext>
            </a:extLst>
          </p:cNvPr>
          <p:cNvSpPr txBox="1"/>
          <p:nvPr/>
        </p:nvSpPr>
        <p:spPr>
          <a:xfrm>
            <a:off x="1023839" y="5117924"/>
            <a:ext cx="1593706" cy="253916"/>
          </a:xfrm>
          <a:prstGeom prst="rect">
            <a:avLst/>
          </a:prstGeom>
          <a:noFill/>
        </p:spPr>
        <p:txBody>
          <a:bodyPr wrap="none">
            <a:spAutoFit/>
          </a:bodyPr>
          <a:lstStyle/>
          <a:p>
            <a:pPr>
              <a:defRPr/>
            </a:pPr>
            <a:r>
              <a:rPr lang="pt-BR" sz="1050" i="1" dirty="0">
                <a:latin typeface="Arial" panose="020B0604020202020204" pitchFamily="34" charset="0"/>
                <a:cs typeface="Arial" panose="020B0604020202020204" pitchFamily="34" charset="0"/>
              </a:rPr>
              <a:t>Fonte: Google Imagens</a:t>
            </a:r>
            <a:endParaRPr lang="pt-BR" i="1" dirty="0">
              <a:latin typeface="Arial" panose="020B0604020202020204" pitchFamily="34" charset="0"/>
              <a:cs typeface="Arial" panose="020B0604020202020204" pitchFamily="34" charset="0"/>
            </a:endParaRPr>
          </a:p>
        </p:txBody>
      </p:sp>
      <p:pic>
        <p:nvPicPr>
          <p:cNvPr id="10" name="Espaço Reservado para Imagem 9" descr="Uma imagem contendo pessoa, teto, homem, vestindo&#10;&#10;Descrição gerada automaticamente">
            <a:extLst>
              <a:ext uri="{FF2B5EF4-FFF2-40B4-BE49-F238E27FC236}">
                <a16:creationId xmlns:a16="http://schemas.microsoft.com/office/drawing/2014/main" id="{FE47C0CD-3F9E-4008-9C3E-9D8DD12A679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8253" b="8253"/>
          <a:stretch>
            <a:fillRect/>
          </a:stretch>
        </p:blipFill>
        <p:spPr>
          <a:xfrm>
            <a:off x="1023839" y="2171809"/>
            <a:ext cx="3447340" cy="2878335"/>
          </a:xfrm>
        </p:spPr>
      </p:pic>
      <p:sp>
        <p:nvSpPr>
          <p:cNvPr id="19" name="Rectangle 6">
            <a:extLst>
              <a:ext uri="{FF2B5EF4-FFF2-40B4-BE49-F238E27FC236}">
                <a16:creationId xmlns:a16="http://schemas.microsoft.com/office/drawing/2014/main" id="{52702CA5-06C8-4A31-8B7B-B8200A31DF52}"/>
              </a:ext>
            </a:extLst>
          </p:cNvPr>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Rectangle 6">
            <a:extLst>
              <a:ext uri="{FF2B5EF4-FFF2-40B4-BE49-F238E27FC236}">
                <a16:creationId xmlns:a16="http://schemas.microsoft.com/office/drawing/2014/main" id="{B7064C57-BDCD-45E2-B901-3E190019DF08}"/>
              </a:ext>
            </a:extLst>
          </p:cNvPr>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Text Placeholder 4"/>
          <p:cNvSpPr txBox="1">
            <a:spLocks/>
          </p:cNvSpPr>
          <p:nvPr/>
        </p:nvSpPr>
        <p:spPr>
          <a:xfrm>
            <a:off x="480304" y="332155"/>
            <a:ext cx="453441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MEDIDAS DE PROTEÇÃO</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405763"/>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nodePh="1">
                                  <p:stCondLst>
                                    <p:cond delay="125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00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375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350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750" fill="hold"/>
                                        <p:tgtEl>
                                          <p:spTgt spid="19"/>
                                        </p:tgtEl>
                                        <p:attrNameLst>
                                          <p:attrName>ppt_x</p:attrName>
                                        </p:attrNameLst>
                                      </p:cBhvr>
                                      <p:tavLst>
                                        <p:tav tm="0">
                                          <p:val>
                                            <p:strVal val="1+#ppt_w/2"/>
                                          </p:val>
                                        </p:tav>
                                        <p:tav tm="100000">
                                          <p:val>
                                            <p:strVal val="#ppt_x"/>
                                          </p:val>
                                        </p:tav>
                                      </p:tavLst>
                                    </p:anim>
                                    <p:anim calcmode="lin" valueType="num">
                                      <p:cBhvr additive="base">
                                        <p:cTn id="28" dur="750" fill="hold"/>
                                        <p:tgtEl>
                                          <p:spTgt spid="19"/>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3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750" fill="hold"/>
                                        <p:tgtEl>
                                          <p:spTgt spid="23"/>
                                        </p:tgtEl>
                                        <p:attrNameLst>
                                          <p:attrName>ppt_x</p:attrName>
                                        </p:attrNameLst>
                                      </p:cBhvr>
                                      <p:tavLst>
                                        <p:tav tm="0">
                                          <p:val>
                                            <p:strVal val="1+#ppt_w/2"/>
                                          </p:val>
                                        </p:tav>
                                        <p:tav tm="100000">
                                          <p:val>
                                            <p:strVal val="#ppt_x"/>
                                          </p:val>
                                        </p:tav>
                                      </p:tavLst>
                                    </p:anim>
                                    <p:anim calcmode="lin" valueType="num">
                                      <p:cBhvr additive="base">
                                        <p:cTn id="32" dur="750" fill="hold"/>
                                        <p:tgtEl>
                                          <p:spTgt spid="23"/>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18" grpId="0"/>
      <p:bldP spid="5" grpId="0" animBg="1"/>
      <p:bldP spid="26" grpId="0"/>
      <p:bldP spid="19" grpId="0" animBg="1"/>
      <p:bldP spid="23" grpId="0" animBg="1"/>
      <p:bldP spid="1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721173" y="1853766"/>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000" dirty="0">
                <a:latin typeface="Arial" panose="020B0604020202020204" pitchFamily="34" charset="0"/>
                <a:cs typeface="Arial" panose="020B0604020202020204" pitchFamily="34" charset="0"/>
              </a:rPr>
              <a:t>Não use força excessiva para cortar ou esmerilhar algo;</a:t>
            </a:r>
          </a:p>
          <a:p>
            <a:pPr>
              <a:spcAft>
                <a:spcPct val="30000"/>
              </a:spcAft>
            </a:pPr>
            <a:r>
              <a:rPr lang="pt-BR" altLang="pt-BR" sz="2000" dirty="0">
                <a:latin typeface="Arial" panose="020B0604020202020204" pitchFamily="34" charset="0"/>
                <a:cs typeface="Arial" panose="020B0604020202020204" pitchFamily="34" charset="0"/>
              </a:rPr>
              <a:t>Antes de iniciar os trabalhos deixe o disco girar livre por um tempo e observe se não tem oscilações no disco;</a:t>
            </a:r>
          </a:p>
          <a:p>
            <a:pPr>
              <a:spcAft>
                <a:spcPct val="30000"/>
              </a:spcAft>
            </a:pPr>
            <a:r>
              <a:rPr lang="pt-BR" altLang="pt-BR" sz="2000" dirty="0">
                <a:latin typeface="Arial" panose="020B0604020202020204" pitchFamily="34" charset="0"/>
                <a:cs typeface="Arial" panose="020B0604020202020204" pitchFamily="34" charset="0"/>
              </a:rPr>
              <a:t>Se notar trepidação no momento do lixamento procure averiguar o que está errado;</a:t>
            </a:r>
          </a:p>
          <a:p>
            <a:pPr>
              <a:spcAft>
                <a:spcPct val="30000"/>
              </a:spcAft>
            </a:pPr>
            <a:r>
              <a:rPr lang="pt-BR" altLang="pt-BR" sz="2000" dirty="0">
                <a:latin typeface="Arial" panose="020B0604020202020204" pitchFamily="34" charset="0"/>
                <a:cs typeface="Arial" panose="020B0604020202020204" pitchFamily="34" charset="0"/>
              </a:rPr>
              <a:t>Use o disco específico para o trabalho a ser realizado (disco de Corte ou Desbaste);</a:t>
            </a:r>
          </a:p>
          <a:p>
            <a:pPr>
              <a:spcAft>
                <a:spcPct val="30000"/>
              </a:spcAft>
            </a:pPr>
            <a:r>
              <a:rPr lang="pt-BR" altLang="pt-BR" sz="2000" dirty="0">
                <a:latin typeface="Arial" panose="020B0604020202020204" pitchFamily="34" charset="0"/>
                <a:cs typeface="Arial" panose="020B0604020202020204" pitchFamily="34" charset="0"/>
              </a:rPr>
              <a:t>Nunca use o equipamento segurando apenas com uma mão segure sempre com as duas de maneira firme;</a:t>
            </a:r>
          </a:p>
          <a:p>
            <a:pPr>
              <a:spcAft>
                <a:spcPct val="30000"/>
              </a:spcAft>
            </a:pPr>
            <a:r>
              <a:rPr lang="pt-BR" altLang="pt-BR" sz="2000" dirty="0">
                <a:latin typeface="Arial" panose="020B0604020202020204" pitchFamily="34" charset="0"/>
                <a:cs typeface="Arial" panose="020B0604020202020204" pitchFamily="34" charset="0"/>
              </a:rPr>
              <a:t>Não use fones de ouvido para escutar músicas ou qualquer outro tipo de coisa que possa tirar sua atenção do trabalho;</a:t>
            </a:r>
          </a:p>
          <a:p>
            <a:pPr>
              <a:buClr>
                <a:schemeClr val="accent3"/>
              </a:buClr>
              <a:defRPr/>
            </a:pPr>
            <a:endParaRPr lang="pt-BR" sz="2000" dirty="0">
              <a:latin typeface="Arial" panose="020B0604020202020204" pitchFamily="34" charset="0"/>
              <a:cs typeface="Arial" panose="020B0604020202020204" pitchFamily="34" charset="0"/>
            </a:endParaRPr>
          </a:p>
          <a:p>
            <a:pPr algn="just"/>
            <a:endParaRPr lang="pt-BR" sz="2000" dirty="0">
              <a:latin typeface="Arial" panose="020B0604020202020204" pitchFamily="34" charset="0"/>
              <a:cs typeface="Arial" panose="020B0604020202020204" pitchFamily="34" charset="0"/>
            </a:endParaRPr>
          </a:p>
          <a:p>
            <a:pPr>
              <a:lnSpc>
                <a:spcPct val="114000"/>
              </a:lnSpc>
              <a:defRPr/>
            </a:pPr>
            <a:endParaRPr lang="pt-BR" sz="1200" i="1"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0"/>
          </p:nvPr>
        </p:nvSpPr>
        <p:spPr>
          <a:xfrm>
            <a:off x="872378" y="491157"/>
            <a:ext cx="9963150" cy="800100"/>
          </a:xfrm>
        </p:spPr>
        <p:txBody>
          <a:bodyPr/>
          <a:lstStyle/>
          <a:p>
            <a:r>
              <a:rPr lang="pt-BR" sz="4000" b="1" dirty="0" smtClean="0">
                <a:latin typeface="Arial" panose="020B0604020202020204" pitchFamily="34" charset="0"/>
                <a:cs typeface="Arial" panose="020B0604020202020204" pitchFamily="34" charset="0"/>
              </a:rPr>
              <a:t>CUIDADOS BÁSICOS NO MANUSEIO DE LIXADEIRAS</a:t>
            </a: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0634827"/>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721173" y="1963978"/>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altLang="pt-BR" sz="2400" dirty="0">
                <a:latin typeface="Arial" panose="020B0604020202020204" pitchFamily="34" charset="0"/>
                <a:cs typeface="Arial" panose="020B0604020202020204" pitchFamily="34" charset="0"/>
              </a:rPr>
              <a:t>O equipamento pode projetar partículas a longas distâncias, procure cercar a área de trabalho com biombos;</a:t>
            </a:r>
          </a:p>
          <a:p>
            <a:pPr>
              <a:spcAft>
                <a:spcPct val="30000"/>
              </a:spcAft>
            </a:pPr>
            <a:r>
              <a:rPr lang="pt-BR" altLang="pt-BR" sz="2400" dirty="0">
                <a:latin typeface="Arial" panose="020B0604020202020204" pitchFamily="34" charset="0"/>
                <a:cs typeface="Arial" panose="020B0604020202020204" pitchFamily="34" charset="0"/>
              </a:rPr>
              <a:t>Não toque na parte em rotação;</a:t>
            </a:r>
          </a:p>
          <a:p>
            <a:pPr>
              <a:spcAft>
                <a:spcPct val="30000"/>
              </a:spcAft>
            </a:pPr>
            <a:r>
              <a:rPr lang="pt-BR" altLang="pt-BR" sz="2400" dirty="0">
                <a:latin typeface="Arial" panose="020B0604020202020204" pitchFamily="34" charset="0"/>
                <a:cs typeface="Arial" panose="020B0604020202020204" pitchFamily="34" charset="0"/>
              </a:rPr>
              <a:t>Não pressione o disco de corte lateralmente, ele não foi projetado para isso;</a:t>
            </a:r>
          </a:p>
          <a:p>
            <a:pPr>
              <a:spcAft>
                <a:spcPct val="30000"/>
              </a:spcAft>
            </a:pPr>
            <a:r>
              <a:rPr lang="pt-BR" altLang="pt-BR" sz="2400" dirty="0">
                <a:latin typeface="Arial" panose="020B0604020202020204" pitchFamily="34" charset="0"/>
                <a:cs typeface="Arial" panose="020B0604020202020204" pitchFamily="34" charset="0"/>
              </a:rPr>
              <a:t>Mantenha o local de trabalho sempre organizado, a desordem é sempre uma causadora de acidentes;</a:t>
            </a:r>
          </a:p>
          <a:p>
            <a:pPr>
              <a:spcAft>
                <a:spcPct val="30000"/>
              </a:spcAft>
            </a:pPr>
            <a:r>
              <a:rPr lang="pt-BR" altLang="pt-BR" sz="2400" dirty="0">
                <a:latin typeface="Arial" panose="020B0604020202020204" pitchFamily="34" charset="0"/>
                <a:cs typeface="Arial" panose="020B0604020202020204" pitchFamily="34" charset="0"/>
              </a:rPr>
              <a:t>Sempre que for plugar o cabo no quadro de tomadas, CERTIFIQUE-SE antes se a chave da máquina está desligada.</a:t>
            </a:r>
          </a:p>
          <a:p>
            <a:pPr>
              <a:buClr>
                <a:schemeClr val="accent3"/>
              </a:buClr>
              <a:defRPr/>
            </a:pPr>
            <a:endParaRPr lang="pt-BR" sz="2400" dirty="0">
              <a:latin typeface="Arial" panose="020B0604020202020204" pitchFamily="34" charset="0"/>
              <a:cs typeface="Arial" panose="020B0604020202020204" pitchFamily="34" charset="0"/>
            </a:endParaRPr>
          </a:p>
          <a:p>
            <a:pPr algn="just"/>
            <a:endParaRPr lang="pt-BR" sz="2400" dirty="0">
              <a:latin typeface="Arial" panose="020B0604020202020204" pitchFamily="34" charset="0"/>
              <a:cs typeface="Arial" panose="020B0604020202020204" pitchFamily="34" charset="0"/>
            </a:endParaRPr>
          </a:p>
          <a:p>
            <a:pPr>
              <a:lnSpc>
                <a:spcPct val="114000"/>
              </a:lnSpc>
              <a:defRPr/>
            </a:pPr>
            <a:endParaRPr lang="pt-BR" sz="1400" i="1" dirty="0">
              <a:latin typeface="Arial" panose="020B0604020202020204" pitchFamily="34" charset="0"/>
              <a:cs typeface="Arial" panose="020B0604020202020204" pitchFamily="34" charset="0"/>
            </a:endParaRPr>
          </a:p>
        </p:txBody>
      </p:sp>
      <p:sp>
        <p:nvSpPr>
          <p:cNvPr id="9" name="Text Placeholder 6"/>
          <p:cNvSpPr txBox="1">
            <a:spLocks/>
          </p:cNvSpPr>
          <p:nvPr/>
        </p:nvSpPr>
        <p:spPr>
          <a:xfrm>
            <a:off x="885825" y="672036"/>
            <a:ext cx="9963150" cy="800100"/>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4800" kern="1200">
                <a:solidFill>
                  <a:schemeClr val="tx1">
                    <a:lumMod val="65000"/>
                    <a:lumOff val="35000"/>
                  </a:schemeClr>
                </a:solidFill>
                <a:latin typeface="Bebas Neue" panose="020B0606020202050201"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4000" b="1" dirty="0" smtClean="0">
                <a:latin typeface="Arial" panose="020B0604020202020204" pitchFamily="34" charset="0"/>
                <a:cs typeface="Arial" panose="020B0604020202020204" pitchFamily="34" charset="0"/>
              </a:rPr>
              <a:t>CUIDADOS BÁSICOS NO MANUSEIO DE LIXADEIRAS</a:t>
            </a:r>
            <a:endParaRPr lang="pt-BR"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1958734"/>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b="19915"/>
          <a:stretch/>
        </p:blipFill>
        <p:spPr>
          <a:xfrm>
            <a:off x="0" y="0"/>
            <a:ext cx="12192000" cy="6879772"/>
          </a:xfrm>
          <a:prstGeom prst="rect">
            <a:avLst/>
          </a:prstGeom>
        </p:spPr>
      </p:pic>
      <p:sp>
        <p:nvSpPr>
          <p:cNvPr id="3" name="TextBox 2"/>
          <p:cNvSpPr txBox="1"/>
          <p:nvPr/>
        </p:nvSpPr>
        <p:spPr>
          <a:xfrm>
            <a:off x="159578" y="2781622"/>
            <a:ext cx="11872844" cy="840230"/>
          </a:xfrm>
          <a:prstGeom prst="rect">
            <a:avLst/>
          </a:prstGeom>
          <a:noFill/>
        </p:spPr>
        <p:txBody>
          <a:bodyPr wrap="square" rtlCol="0">
            <a:spAutoFit/>
          </a:bodyPr>
          <a:lstStyle/>
          <a:p>
            <a:pPr algn="ctr">
              <a:lnSpc>
                <a:spcPct val="90000"/>
              </a:lnSpc>
            </a:pPr>
            <a:r>
              <a:rPr lang="pt-BR" altLang="pt-BR" sz="5400" b="1" dirty="0" smtClean="0">
                <a:solidFill>
                  <a:schemeClr val="bg1"/>
                </a:solidFill>
                <a:latin typeface="Arial" panose="020B0604020202020204" pitchFamily="34" charset="0"/>
                <a:cs typeface="Arial" panose="020B0604020202020204" pitchFamily="34" charset="0"/>
              </a:rPr>
              <a:t>SEGURANÇA COM ROÇADEIRA</a:t>
            </a:r>
            <a:endParaRPr lang="pt-BR" altLang="pt-BR" sz="5400" b="1" dirty="0">
              <a:solidFill>
                <a:schemeClr val="bg1"/>
              </a:solidFill>
              <a:latin typeface="Arial" panose="020B0604020202020204" pitchFamily="34" charset="0"/>
              <a:cs typeface="Arial" panose="020B0604020202020204" pitchFamily="34" charset="0"/>
            </a:endParaRP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Tree>
    <p:extLst>
      <p:ext uri="{BB962C8B-B14F-4D97-AF65-F5344CB8AC3E}">
        <p14:creationId xmlns:p14="http://schemas.microsoft.com/office/powerpoint/2010/main" val="1139709387"/>
      </p:ext>
    </p:extLst>
  </p:cSld>
  <p:clrMapOvr>
    <a:masterClrMapping/>
  </p:clrMapOvr>
  <mc:AlternateContent xmlns:mc="http://schemas.openxmlformats.org/markup-compatibility/2006" xmlns:p14="http://schemas.microsoft.com/office/powerpoint/2010/main">
    <mc:Choice Requires="p14">
      <p:transition spd="med" p14:dur="700" advTm="4174">
        <p:fade/>
      </p:transition>
    </mc:Choice>
    <mc:Fallback xmlns="">
      <p:transition spd="med" advTm="41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46" y="-5001"/>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253079" y="1026400"/>
            <a:ext cx="4086434"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45000"/>
              </a:spcAft>
            </a:pPr>
            <a:r>
              <a:rPr lang="pt-BR" dirty="0">
                <a:solidFill>
                  <a:schemeClr val="bg1"/>
                </a:solidFill>
                <a:latin typeface="Arial" panose="020B0604020202020204" pitchFamily="34" charset="0"/>
                <a:cs typeface="Arial" panose="020B0604020202020204" pitchFamily="34" charset="0"/>
              </a:rPr>
              <a:t>A utilização imprópria do equipamento, assim como a não observância das normas de segurança descritas neste treinamento pode por em risco o operador causando sérios ferimentos.</a:t>
            </a:r>
          </a:p>
        </p:txBody>
      </p:sp>
      <p:sp>
        <p:nvSpPr>
          <p:cNvPr id="12" name="Text Placeholder 4"/>
          <p:cNvSpPr txBox="1">
            <a:spLocks/>
          </p:cNvSpPr>
          <p:nvPr/>
        </p:nvSpPr>
        <p:spPr>
          <a:xfrm>
            <a:off x="8319170" y="2449355"/>
            <a:ext cx="3599472"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b="1" dirty="0" smtClean="0">
                <a:solidFill>
                  <a:schemeClr val="bg1"/>
                </a:solidFill>
                <a:latin typeface="Arial" panose="020B0604020202020204" pitchFamily="34" charset="0"/>
                <a:cs typeface="Arial" panose="020B0604020202020204" pitchFamily="34" charset="0"/>
              </a:rPr>
              <a:t>PROCEDIMENTOS  DE SEGURANÇA</a:t>
            </a:r>
            <a:endParaRPr lang="pt-BR"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420771" y="2957346"/>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319170" y="1923386"/>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161187" y="242655"/>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3" name="Espaço Reservado para Imagem 2"/>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7473" t="-11661" r="8103" b="-8111"/>
          <a:stretch/>
        </p:blipFill>
        <p:spPr>
          <a:xfrm>
            <a:off x="4559152" y="1641960"/>
            <a:ext cx="3243263" cy="3429000"/>
          </a:xfrm>
        </p:spPr>
      </p:pic>
    </p:spTree>
    <p:extLst>
      <p:ext uri="{BB962C8B-B14F-4D97-AF65-F5344CB8AC3E}">
        <p14:creationId xmlns:p14="http://schemas.microsoft.com/office/powerpoint/2010/main" val="4273677987"/>
      </p:ext>
    </p:extLst>
  </p:cSld>
  <p:clrMapOvr>
    <a:masterClrMapping/>
  </p:clrMapOvr>
  <p:transition spd="slow" advTm="7034">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39811" y="0"/>
            <a:ext cx="4952190"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1362889" y="371839"/>
            <a:ext cx="537049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4000" b="1" dirty="0" smtClean="0">
                <a:solidFill>
                  <a:schemeClr val="tx1">
                    <a:lumMod val="65000"/>
                    <a:lumOff val="35000"/>
                  </a:schemeClr>
                </a:solidFill>
                <a:latin typeface="Arial" panose="020B0604020202020204" pitchFamily="34" charset="0"/>
                <a:cs typeface="Arial" panose="020B0604020202020204" pitchFamily="34" charset="0"/>
              </a:rPr>
              <a:t>PROCEDIMENTOS DE SEGURANÇA</a:t>
            </a:r>
            <a:endParaRPr lang="pt-BR" sz="4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3497857" y="111507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1184028" y="-290753"/>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7326688" y="1474177"/>
            <a:ext cx="4804609"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40000"/>
              </a:spcAft>
            </a:pPr>
            <a:r>
              <a:rPr lang="pt-BR" altLang="pt-BR" sz="2000" dirty="0">
                <a:solidFill>
                  <a:schemeClr val="bg1"/>
                </a:solidFill>
                <a:latin typeface="Arial" panose="020B0604020202020204" pitchFamily="34" charset="0"/>
                <a:cs typeface="Arial" panose="020B0604020202020204" pitchFamily="34" charset="0"/>
              </a:rPr>
              <a:t> </a:t>
            </a:r>
            <a:r>
              <a:rPr lang="pt-BR" sz="2000" dirty="0">
                <a:solidFill>
                  <a:schemeClr val="bg1"/>
                </a:solidFill>
                <a:latin typeface="Arial" panose="020B0604020202020204" pitchFamily="34" charset="0"/>
                <a:cs typeface="Arial" panose="020B0604020202020204" pitchFamily="34" charset="0"/>
              </a:rPr>
              <a:t>Se familiarize com todos os comandos e controles do equipamento e o uso apropriado do mesmo</a:t>
            </a:r>
            <a:r>
              <a:rPr lang="pt-BR" sz="2000" dirty="0" smtClean="0">
                <a:solidFill>
                  <a:schemeClr val="bg1"/>
                </a:solidFill>
                <a:latin typeface="Arial" panose="020B0604020202020204" pitchFamily="34" charset="0"/>
                <a:cs typeface="Arial" panose="020B0604020202020204" pitchFamily="34" charset="0"/>
              </a:rPr>
              <a:t>.</a:t>
            </a:r>
          </a:p>
          <a:p>
            <a:pPr>
              <a:spcAft>
                <a:spcPct val="40000"/>
              </a:spcAft>
            </a:pPr>
            <a:r>
              <a:rPr lang="pt-BR" sz="2000" dirty="0" smtClean="0">
                <a:solidFill>
                  <a:schemeClr val="bg1"/>
                </a:solidFill>
                <a:latin typeface="Arial" panose="020B0604020202020204" pitchFamily="34" charset="0"/>
                <a:cs typeface="Arial" panose="020B0604020202020204" pitchFamily="34" charset="0"/>
              </a:rPr>
              <a:t>Utilize </a:t>
            </a:r>
            <a:r>
              <a:rPr lang="pt-BR" sz="2000" dirty="0">
                <a:solidFill>
                  <a:schemeClr val="bg1"/>
                </a:solidFill>
                <a:latin typeface="Arial" panose="020B0604020202020204" pitchFamily="34" charset="0"/>
                <a:cs typeface="Arial" panose="020B0604020202020204" pitchFamily="34" charset="0"/>
              </a:rPr>
              <a:t>óculos e luvas de proteção, protetores auriculares e sapatos Antiderrapantes e protetor facial quando operar o </a:t>
            </a:r>
            <a:r>
              <a:rPr lang="pt-BR" sz="2000" dirty="0" smtClean="0">
                <a:solidFill>
                  <a:schemeClr val="bg1"/>
                </a:solidFill>
                <a:latin typeface="Arial" panose="020B0604020202020204" pitchFamily="34" charset="0"/>
                <a:cs typeface="Arial" panose="020B0604020202020204" pitchFamily="34" charset="0"/>
              </a:rPr>
              <a:t>equipamento.</a:t>
            </a:r>
          </a:p>
          <a:p>
            <a:pPr>
              <a:spcAft>
                <a:spcPct val="40000"/>
              </a:spcAft>
            </a:pPr>
            <a:r>
              <a:rPr lang="pt-BR" sz="2000" dirty="0">
                <a:solidFill>
                  <a:schemeClr val="bg1"/>
                </a:solidFill>
                <a:latin typeface="Arial" panose="020B0604020202020204" pitchFamily="34" charset="0"/>
                <a:cs typeface="Arial" panose="020B0604020202020204" pitchFamily="34" charset="0"/>
              </a:rPr>
              <a:t>Não permita que pessoas não habilitadas ou qualificadas operem ou reparem o equipamento.</a:t>
            </a:r>
            <a:endParaRPr lang="pt-BR" altLang="pt-BR" sz="2000" dirty="0">
              <a:solidFill>
                <a:schemeClr val="bg1"/>
              </a:solidFill>
              <a:latin typeface="Arial" panose="020B0604020202020204" pitchFamily="34" charset="0"/>
              <a:cs typeface="Arial" panose="020B0604020202020204" pitchFamily="34" charset="0"/>
            </a:endParaRPr>
          </a:p>
        </p:txBody>
      </p:sp>
      <p:sp>
        <p:nvSpPr>
          <p:cNvPr id="28" name="Rectangle 6"/>
          <p:cNvSpPr/>
          <p:nvPr/>
        </p:nvSpPr>
        <p:spPr>
          <a:xfrm rot="18604412">
            <a:off x="-1895171" y="-1052559"/>
            <a:ext cx="4188991" cy="261884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Espaço Reservado para Imagem 6"/>
          <p:cNvPicPr>
            <a:picLocks noGrp="1" noChangeAspect="1"/>
          </p:cNvPicPr>
          <p:nvPr>
            <p:ph type="pic" sz="quarter" idx="10"/>
          </p:nvPr>
        </p:nvPicPr>
        <p:blipFill rotWithShape="1">
          <a:blip r:embed="rId2" cstate="hqprint">
            <a:extLst>
              <a:ext uri="{28A0092B-C50C-407E-A947-70E740481C1C}">
                <a14:useLocalDpi xmlns:a14="http://schemas.microsoft.com/office/drawing/2010/main" val="0"/>
              </a:ext>
            </a:extLst>
          </a:blip>
          <a:srcRect l="-1" t="574" r="-8369" b="8944"/>
          <a:stretch/>
        </p:blipFill>
        <p:spPr>
          <a:xfrm>
            <a:off x="372833" y="2449391"/>
            <a:ext cx="2346525" cy="1959217"/>
          </a:xfrm>
        </p:spPr>
      </p:pic>
      <p:pic>
        <p:nvPicPr>
          <p:cNvPr id="11" name="Espaço Reservado para Imagem 10"/>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8253" b="8253"/>
          <a:stretch>
            <a:fillRect/>
          </a:stretch>
        </p:blipFill>
        <p:spPr>
          <a:xfrm>
            <a:off x="2187888" y="2468288"/>
            <a:ext cx="2703565" cy="2257325"/>
          </a:xfrm>
        </p:spPr>
      </p:pic>
      <p:pic>
        <p:nvPicPr>
          <p:cNvPr id="17" name="Espaço Reservado para Imagem 16"/>
          <p:cNvPicPr>
            <a:picLocks noGrp="1" noChangeAspect="1"/>
          </p:cNvPicPr>
          <p:nvPr>
            <p:ph type="pic" sz="quarter" idx="10"/>
          </p:nvPr>
        </p:nvPicPr>
        <p:blipFill>
          <a:blip r:embed="rId4" cstate="hqprint">
            <a:extLst>
              <a:ext uri="{28A0092B-C50C-407E-A947-70E740481C1C}">
                <a14:useLocalDpi xmlns:a14="http://schemas.microsoft.com/office/drawing/2010/main" val="0"/>
              </a:ext>
            </a:extLst>
          </a:blip>
          <a:srcRect l="7981" r="7981"/>
          <a:stretch>
            <a:fillRect/>
          </a:stretch>
        </p:blipFill>
        <p:spPr>
          <a:xfrm>
            <a:off x="177876" y="4946079"/>
            <a:ext cx="1852425" cy="1546671"/>
          </a:xfrm>
        </p:spPr>
      </p:pic>
      <p:pic>
        <p:nvPicPr>
          <p:cNvPr id="23" name="Espaço Reservado para Imagem 22"/>
          <p:cNvPicPr>
            <a:picLocks noGrp="1" noChangeAspect="1"/>
          </p:cNvPicPr>
          <p:nvPr>
            <p:ph type="pic" sz="quarter" idx="10"/>
          </p:nvPr>
        </p:nvPicPr>
        <p:blipFill>
          <a:blip r:embed="rId5">
            <a:extLst>
              <a:ext uri="{28A0092B-C50C-407E-A947-70E740481C1C}">
                <a14:useLocalDpi xmlns:a14="http://schemas.microsoft.com/office/drawing/2010/main" val="0"/>
              </a:ext>
            </a:extLst>
          </a:blip>
          <a:srcRect t="8253" b="8253"/>
          <a:stretch>
            <a:fillRect/>
          </a:stretch>
        </p:blipFill>
        <p:spPr>
          <a:xfrm>
            <a:off x="2623802" y="4946079"/>
            <a:ext cx="1908603" cy="1593577"/>
          </a:xfrm>
        </p:spPr>
      </p:pic>
      <p:pic>
        <p:nvPicPr>
          <p:cNvPr id="25" name="Espaço Reservado para Imagem 24"/>
          <p:cNvPicPr>
            <a:picLocks noGrp="1" noChangeAspect="1"/>
          </p:cNvPicPr>
          <p:nvPr>
            <p:ph type="pic" sz="quarter" idx="10"/>
          </p:nvPr>
        </p:nvPicPr>
        <p:blipFill rotWithShape="1">
          <a:blip r:embed="rId6">
            <a:extLst>
              <a:ext uri="{28A0092B-C50C-407E-A947-70E740481C1C}">
                <a14:useLocalDpi xmlns:a14="http://schemas.microsoft.com/office/drawing/2010/main" val="0"/>
              </a:ext>
            </a:extLst>
          </a:blip>
          <a:srcRect l="-12002" t="-1392" r="-21152" b="-9784"/>
          <a:stretch/>
        </p:blipFill>
        <p:spPr>
          <a:xfrm>
            <a:off x="5007994" y="2468288"/>
            <a:ext cx="2433184" cy="2031572"/>
          </a:xfrm>
        </p:spPr>
      </p:pic>
      <p:pic>
        <p:nvPicPr>
          <p:cNvPr id="27" name="Espaço Reservado para Imagem 26"/>
          <p:cNvPicPr>
            <a:picLocks noGrp="1" noChangeAspect="1"/>
          </p:cNvPicPr>
          <p:nvPr>
            <p:ph type="pic" sz="quarter" idx="10"/>
          </p:nvPr>
        </p:nvPicPr>
        <p:blipFill>
          <a:blip r:embed="rId7">
            <a:extLst>
              <a:ext uri="{28A0092B-C50C-407E-A947-70E740481C1C}">
                <a14:useLocalDpi xmlns:a14="http://schemas.microsoft.com/office/drawing/2010/main" val="0"/>
              </a:ext>
            </a:extLst>
          </a:blip>
          <a:srcRect t="8253" b="8253"/>
          <a:stretch>
            <a:fillRect/>
          </a:stretch>
        </p:blipFill>
        <p:spPr>
          <a:xfrm>
            <a:off x="5038830" y="4946079"/>
            <a:ext cx="1934080" cy="1614849"/>
          </a:xfrm>
        </p:spPr>
      </p:pic>
    </p:spTree>
    <p:extLst>
      <p:ext uri="{BB962C8B-B14F-4D97-AF65-F5344CB8AC3E}">
        <p14:creationId xmlns:p14="http://schemas.microsoft.com/office/powerpoint/2010/main" val="1592495954"/>
      </p:ext>
    </p:extLst>
  </p:cSld>
  <p:clrMapOvr>
    <a:masterClrMapping/>
  </p:clrMapOvr>
  <p:transition spd="slow" advTm="8243">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750" fill="hold"/>
                                        <p:tgtEl>
                                          <p:spTgt spid="28"/>
                                        </p:tgtEl>
                                        <p:attrNameLst>
                                          <p:attrName>ppt_x</p:attrName>
                                        </p:attrNameLst>
                                      </p:cBhvr>
                                      <p:tavLst>
                                        <p:tav tm="0">
                                          <p:val>
                                            <p:strVal val="1+#ppt_w/2"/>
                                          </p:val>
                                        </p:tav>
                                        <p:tav tm="100000">
                                          <p:val>
                                            <p:strVal val="#ppt_x"/>
                                          </p:val>
                                        </p:tav>
                                      </p:tavLst>
                                    </p:anim>
                                    <p:anim calcmode="lin" valueType="num">
                                      <p:cBhvr additive="base">
                                        <p:cTn id="31" dur="7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2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2068716" y="1093438"/>
            <a:ext cx="625973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600" b="1" dirty="0" smtClean="0">
                <a:solidFill>
                  <a:schemeClr val="tx1">
                    <a:lumMod val="65000"/>
                    <a:lumOff val="35000"/>
                  </a:schemeClr>
                </a:solidFill>
                <a:latin typeface="Arial" panose="020B0604020202020204" pitchFamily="34" charset="0"/>
                <a:cs typeface="Arial" panose="020B0604020202020204" pitchFamily="34" charset="0"/>
              </a:rPr>
              <a:t>CONDIÇÕES FÍSICAS</a:t>
            </a:r>
            <a:endParaRPr lang="pt-BR" sz="3600" b="1" dirty="0" smtClean="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Rectangle 14"/>
          <p:cNvSpPr/>
          <p:nvPr/>
        </p:nvSpPr>
        <p:spPr>
          <a:xfrm>
            <a:off x="2187423" y="2110498"/>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2068716" y="2501173"/>
            <a:ext cx="5051395" cy="3142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30000"/>
              </a:spcAft>
            </a:pPr>
            <a:r>
              <a:rPr lang="pt-BR" sz="2400" dirty="0">
                <a:latin typeface="Arial" panose="020B0604020202020204" pitchFamily="34" charset="0"/>
                <a:cs typeface="Arial" panose="020B0604020202020204" pitchFamily="34" charset="0"/>
              </a:rPr>
              <a:t>O operador não deverá trabalhar quando se encontrar: </a:t>
            </a:r>
          </a:p>
          <a:p>
            <a:pPr lvl="1">
              <a:spcAft>
                <a:spcPct val="30000"/>
              </a:spcAft>
            </a:pPr>
            <a:r>
              <a:rPr lang="pt-BR" sz="2000" dirty="0" smtClean="0">
                <a:latin typeface="Arial" panose="020B0604020202020204" pitchFamily="34" charset="0"/>
                <a:cs typeface="Arial" panose="020B0604020202020204" pitchFamily="34" charset="0"/>
              </a:rPr>
              <a:t>Cansado </a:t>
            </a:r>
            <a:r>
              <a:rPr lang="pt-BR" sz="2000" dirty="0">
                <a:latin typeface="Arial" panose="020B0604020202020204" pitchFamily="34" charset="0"/>
                <a:cs typeface="Arial" panose="020B0604020202020204" pitchFamily="34" charset="0"/>
              </a:rPr>
              <a:t>ou </a:t>
            </a:r>
            <a:r>
              <a:rPr lang="pt-BR" sz="2000" dirty="0" smtClean="0">
                <a:latin typeface="Arial" panose="020B0604020202020204" pitchFamily="34" charset="0"/>
                <a:cs typeface="Arial" panose="020B0604020202020204" pitchFamily="34" charset="0"/>
              </a:rPr>
              <a:t>doente</a:t>
            </a:r>
            <a:r>
              <a:rPr lang="pt-BR" sz="2000" dirty="0">
                <a:latin typeface="Arial" panose="020B0604020202020204" pitchFamily="34" charset="0"/>
                <a:cs typeface="Arial" panose="020B0604020202020204" pitchFamily="34" charset="0"/>
              </a:rPr>
              <a:t>;</a:t>
            </a:r>
          </a:p>
          <a:p>
            <a:pPr lvl="1">
              <a:spcAft>
                <a:spcPct val="30000"/>
              </a:spcAft>
            </a:pPr>
            <a:r>
              <a:rPr lang="pt-BR" sz="2000" dirty="0">
                <a:latin typeface="Arial" panose="020B0604020202020204" pitchFamily="34" charset="0"/>
                <a:cs typeface="Arial" panose="020B0604020202020204" pitchFamily="34" charset="0"/>
              </a:rPr>
              <a:t>S</a:t>
            </a:r>
            <a:r>
              <a:rPr lang="pt-BR" sz="2000" dirty="0" smtClean="0">
                <a:latin typeface="Arial" panose="020B0604020202020204" pitchFamily="34" charset="0"/>
                <a:cs typeface="Arial" panose="020B0604020202020204" pitchFamily="34" charset="0"/>
              </a:rPr>
              <a:t>ob </a:t>
            </a:r>
            <a:r>
              <a:rPr lang="pt-BR" sz="2000" dirty="0">
                <a:latin typeface="Arial" panose="020B0604020202020204" pitchFamily="34" charset="0"/>
                <a:cs typeface="Arial" panose="020B0604020202020204" pitchFamily="34" charset="0"/>
              </a:rPr>
              <a:t>efeito de </a:t>
            </a:r>
            <a:r>
              <a:rPr lang="pt-BR" sz="2000" dirty="0" smtClean="0">
                <a:latin typeface="Arial" panose="020B0604020202020204" pitchFamily="34" charset="0"/>
                <a:cs typeface="Arial" panose="020B0604020202020204" pitchFamily="34" charset="0"/>
              </a:rPr>
              <a:t>medicamentos; </a:t>
            </a:r>
            <a:endParaRPr lang="pt-BR" sz="2000" dirty="0">
              <a:latin typeface="Arial" panose="020B0604020202020204" pitchFamily="34" charset="0"/>
              <a:cs typeface="Arial" panose="020B0604020202020204" pitchFamily="34" charset="0"/>
            </a:endParaRPr>
          </a:p>
          <a:p>
            <a:pPr lvl="1">
              <a:spcAft>
                <a:spcPct val="30000"/>
              </a:spcAft>
            </a:pPr>
            <a:r>
              <a:rPr lang="pt-BR" sz="2000" dirty="0" smtClean="0">
                <a:latin typeface="Arial" panose="020B0604020202020204" pitchFamily="34" charset="0"/>
                <a:cs typeface="Arial" panose="020B0604020202020204" pitchFamily="34" charset="0"/>
              </a:rPr>
              <a:t>Sob </a:t>
            </a:r>
            <a:r>
              <a:rPr lang="pt-BR" sz="2000" dirty="0">
                <a:latin typeface="Arial" panose="020B0604020202020204" pitchFamily="34" charset="0"/>
                <a:cs typeface="Arial" panose="020B0604020202020204" pitchFamily="34" charset="0"/>
              </a:rPr>
              <a:t>o efeito de álcool ou drogas.</a:t>
            </a:r>
            <a:endParaRPr lang="pt-BR" altLang="pt-BR" sz="2000" dirty="0">
              <a:latin typeface="Arial" panose="020B0604020202020204" pitchFamily="34" charset="0"/>
              <a:cs typeface="Arial" panose="020B0604020202020204" pitchFamily="34" charset="0"/>
            </a:endParaRPr>
          </a:p>
        </p:txBody>
      </p:sp>
      <p:pic>
        <p:nvPicPr>
          <p:cNvPr id="5" name="Espaço Reservado para Imagem 4"/>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10184" r="12926"/>
          <a:stretch/>
        </p:blipFill>
        <p:spPr>
          <a:xfrm>
            <a:off x="7353770" y="1746453"/>
            <a:ext cx="4456037" cy="3429000"/>
          </a:xfrm>
        </p:spPr>
      </p:pic>
    </p:spTree>
    <p:extLst>
      <p:ext uri="{BB962C8B-B14F-4D97-AF65-F5344CB8AC3E}">
        <p14:creationId xmlns:p14="http://schemas.microsoft.com/office/powerpoint/2010/main" val="3047876838"/>
      </p:ext>
    </p:extLst>
  </p:cSld>
  <p:clrMapOvr>
    <a:masterClrMapping/>
  </p:clrMapOvr>
  <p:transition spd="slow" advTm="5899">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2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18237"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Text Placeholder 4"/>
          <p:cNvSpPr txBox="1">
            <a:spLocks/>
          </p:cNvSpPr>
          <p:nvPr/>
        </p:nvSpPr>
        <p:spPr>
          <a:xfrm flipH="1">
            <a:off x="6944944" y="2661568"/>
            <a:ext cx="4985703"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EQUIPAMENTOS DE SEGURANÇA</a:t>
            </a:r>
            <a:endParaRPr lang="pt-BR" sz="4000" b="1" dirty="0">
              <a:solidFill>
                <a:schemeClr val="bg1"/>
              </a:solidFill>
              <a:latin typeface="Arial" panose="020B0604020202020204" pitchFamily="34" charset="0"/>
              <a:cs typeface="Arial" panose="020B0604020202020204" pitchFamily="34" charset="0"/>
            </a:endParaRPr>
          </a:p>
        </p:txBody>
      </p:sp>
      <p:sp>
        <p:nvSpPr>
          <p:cNvPr id="7" name="Rectangle 6"/>
          <p:cNvSpPr/>
          <p:nvPr/>
        </p:nvSpPr>
        <p:spPr>
          <a:xfrm flipH="1">
            <a:off x="11469033"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p>
        </p:txBody>
      </p:sp>
      <p:sp>
        <p:nvSpPr>
          <p:cNvPr id="13" name="Half Frame 12"/>
          <p:cNvSpPr/>
          <p:nvPr/>
        </p:nvSpPr>
        <p:spPr>
          <a:xfrm>
            <a:off x="6379793"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2" name="Retângulo 1"/>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Text Placeholder 4"/>
          <p:cNvSpPr txBox="1">
            <a:spLocks/>
          </p:cNvSpPr>
          <p:nvPr/>
        </p:nvSpPr>
        <p:spPr>
          <a:xfrm>
            <a:off x="227610" y="1996018"/>
            <a:ext cx="5744017"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000" dirty="0">
                <a:latin typeface="Arial" panose="020B0604020202020204" pitchFamily="34" charset="0"/>
                <a:cs typeface="Arial" panose="020B0604020202020204" pitchFamily="34" charset="0"/>
              </a:rPr>
              <a:t>Antes de pôr o equipamento em funcionamento vista e equipe-se de forma adequada para o </a:t>
            </a:r>
            <a:r>
              <a:rPr lang="pt-BR" sz="2000" dirty="0" smtClean="0">
                <a:latin typeface="Arial" panose="020B0604020202020204" pitchFamily="34" charset="0"/>
                <a:cs typeface="Arial" panose="020B0604020202020204" pitchFamily="34" charset="0"/>
              </a:rPr>
              <a:t>trabalho.</a:t>
            </a:r>
          </a:p>
          <a:p>
            <a:pPr algn="just"/>
            <a:r>
              <a:rPr lang="pt-BR" sz="2000" dirty="0">
                <a:latin typeface="Arial" panose="020B0604020202020204" pitchFamily="34" charset="0"/>
                <a:cs typeface="Arial" panose="020B0604020202020204" pitchFamily="34" charset="0"/>
              </a:rPr>
              <a:t>Não permita a presença de outras pessoas ou animais a um raio de 15 (quinze) metros ao redor do equipamento. Caso seja necessário a presença de alguma pessoa, esta também deverá estar vestida de modo adequado incluindo os equipamentos de segurança.</a:t>
            </a:r>
            <a:endParaRPr lang="pt-BR" altLang="pt-BR" sz="2000" b="1" dirty="0">
              <a:latin typeface="Arial" panose="020B0604020202020204" pitchFamily="34" charset="0"/>
              <a:cs typeface="Arial" panose="020B0604020202020204" pitchFamily="34" charset="0"/>
            </a:endParaRPr>
          </a:p>
        </p:txBody>
      </p:sp>
      <p:pic>
        <p:nvPicPr>
          <p:cNvPr id="8" name="Espaço Reservado para Imagem 7"/>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6543" t="4940" r="-6543" b="6697"/>
          <a:stretch/>
        </p:blipFill>
        <p:spPr>
          <a:xfrm>
            <a:off x="7685081" y="14514"/>
            <a:ext cx="3505431" cy="1927326"/>
          </a:xfrm>
        </p:spPr>
      </p:pic>
    </p:spTree>
    <p:extLst>
      <p:ext uri="{BB962C8B-B14F-4D97-AF65-F5344CB8AC3E}">
        <p14:creationId xmlns:p14="http://schemas.microsoft.com/office/powerpoint/2010/main" val="2369859442"/>
      </p:ext>
    </p:extLst>
  </p:cSld>
  <p:clrMapOvr>
    <a:masterClrMapping/>
  </p:clrMapOvr>
  <mc:AlternateContent xmlns:mc="http://schemas.openxmlformats.org/markup-compatibility/2006" xmlns:p14="http://schemas.microsoft.com/office/powerpoint/2010/main">
    <mc:Choice Requires="p14">
      <p:transition spd="slow" p14:dur="2000" advTm="5929"/>
    </mc:Choice>
    <mc:Fallback xmlns="">
      <p:transition spd="slow" advTm="5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1+#ppt_w/2"/>
                                          </p:val>
                                        </p:tav>
                                        <p:tav tm="100000">
                                          <p:val>
                                            <p:strVal val="#ppt_x"/>
                                          </p:val>
                                        </p:tav>
                                      </p:tavLst>
                                    </p:anim>
                                    <p:anim calcmode="lin" valueType="num">
                                      <p:cBhvr additive="base">
                                        <p:cTn id="12" dur="75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15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275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1+#ppt_w/2"/>
                                          </p:val>
                                        </p:tav>
                                        <p:tav tm="100000">
                                          <p:val>
                                            <p:strVal val="#ppt_x"/>
                                          </p:val>
                                        </p:tav>
                                      </p:tavLst>
                                    </p:anim>
                                    <p:anim calcmode="lin" valueType="num">
                                      <p:cBhvr additive="base">
                                        <p:cTn id="24"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animBg="1"/>
      <p:bldP spid="13" grpId="0" animBg="1"/>
      <p:bldP spid="3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973762" y="1940548"/>
            <a:ext cx="11947525" cy="2976905"/>
          </a:xfrm>
          <a:prstGeom prst="rect">
            <a:avLst/>
          </a:prstGeom>
          <a:gradFill>
            <a:gsLst>
              <a:gs pos="0">
                <a:schemeClr val="accent1">
                  <a:alpha val="75000"/>
                </a:schemeClr>
              </a:gs>
              <a:gs pos="100000">
                <a:schemeClr val="accent5">
                  <a:alpha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Text Placeholder 4"/>
          <p:cNvSpPr txBox="1">
            <a:spLocks/>
          </p:cNvSpPr>
          <p:nvPr/>
        </p:nvSpPr>
        <p:spPr>
          <a:xfrm>
            <a:off x="-1095705" y="2678359"/>
            <a:ext cx="6616865" cy="14871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ÓCULOS DE </a:t>
            </a:r>
          </a:p>
          <a:p>
            <a:pPr marL="0" indent="0" algn="r">
              <a:lnSpc>
                <a:spcPct val="100000"/>
              </a:lnSpc>
              <a:spcBef>
                <a:spcPts val="0"/>
              </a:spcBef>
              <a:buNone/>
              <a:defRPr/>
            </a:pPr>
            <a:r>
              <a:rPr lang="pt-BR" sz="4000" b="1" dirty="0" smtClean="0">
                <a:solidFill>
                  <a:schemeClr val="bg1"/>
                </a:solidFill>
                <a:latin typeface="Arial" panose="020B0604020202020204" pitchFamily="34" charset="0"/>
                <a:cs typeface="Arial" panose="020B0604020202020204" pitchFamily="34" charset="0"/>
              </a:rPr>
              <a:t>PROTEÇÃO</a:t>
            </a:r>
            <a:endParaRPr lang="pt-BR" sz="40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530401" y="2492758"/>
            <a:ext cx="239182"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5" name="Half Frame 44"/>
          <p:cNvSpPr/>
          <p:nvPr/>
        </p:nvSpPr>
        <p:spPr>
          <a:xfrm flipH="1">
            <a:off x="5400137" y="2083406"/>
            <a:ext cx="458686" cy="452095"/>
          </a:xfrm>
          <a:prstGeom prst="halfFrame">
            <a:avLst>
              <a:gd name="adj1" fmla="val 15564"/>
              <a:gd name="adj2" fmla="val 16931"/>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34" name="Retângulo 33"/>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Text Placeholder 4"/>
          <p:cNvSpPr txBox="1">
            <a:spLocks/>
          </p:cNvSpPr>
          <p:nvPr/>
        </p:nvSpPr>
        <p:spPr>
          <a:xfrm>
            <a:off x="6080165" y="1895552"/>
            <a:ext cx="5744017"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5196" indent="-342900" algn="just">
              <a:spcBef>
                <a:spcPct val="50000"/>
              </a:spcBef>
              <a:buClr>
                <a:schemeClr val="bg2"/>
              </a:buClr>
              <a:defRPr/>
            </a:pPr>
            <a:r>
              <a:rPr lang="pt-BR" sz="2000" dirty="0">
                <a:latin typeface="Arial" panose="020B0604020202020204" pitchFamily="34" charset="0"/>
                <a:cs typeface="Arial" panose="020B0604020202020204" pitchFamily="34" charset="0"/>
              </a:rPr>
              <a:t>O operador deve usar os óculos de proteção não somente para proteger a vista de qualquer objeto arremessado pela lâmina de corte, como também para evitar inflamação da vista causada pela poeira, pólen e sementes que possam a entrar em contato com a vista</a:t>
            </a:r>
            <a:r>
              <a:rPr lang="pt-BR" sz="2000" dirty="0" smtClean="0">
                <a:latin typeface="Arial" panose="020B0604020202020204" pitchFamily="34" charset="0"/>
                <a:cs typeface="Arial" panose="020B0604020202020204" pitchFamily="34" charset="0"/>
              </a:rPr>
              <a:t>.</a:t>
            </a:r>
          </a:p>
          <a:p>
            <a:pPr marL="425196" indent="-342900" algn="just">
              <a:spcBef>
                <a:spcPct val="50000"/>
              </a:spcBef>
              <a:buClr>
                <a:schemeClr val="bg2"/>
              </a:buClr>
              <a:defRPr/>
            </a:pPr>
            <a:r>
              <a:rPr lang="pt-BR" sz="2000" dirty="0">
                <a:latin typeface="Arial" panose="020B0604020202020204" pitchFamily="34" charset="0"/>
                <a:cs typeface="Arial" panose="020B0604020202020204" pitchFamily="34" charset="0"/>
              </a:rPr>
              <a:t>Óculos de grau podem ser utilizados por baixo dos óculos de proteção. As pessoas que se localizem dentro da área de perigo, também devem usar os óculos de proteção.</a:t>
            </a:r>
          </a:p>
        </p:txBody>
      </p:sp>
      <p:pic>
        <p:nvPicPr>
          <p:cNvPr id="5" name="Espaço Reservado para Imagem 4"/>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t="9097" b="9097"/>
          <a:stretch>
            <a:fillRect/>
          </a:stretch>
        </p:blipFill>
        <p:spPr>
          <a:xfrm>
            <a:off x="1289979" y="82834"/>
            <a:ext cx="3157990" cy="1812718"/>
          </a:xfrm>
        </p:spPr>
      </p:pic>
    </p:spTree>
    <p:extLst>
      <p:ext uri="{BB962C8B-B14F-4D97-AF65-F5344CB8AC3E}">
        <p14:creationId xmlns:p14="http://schemas.microsoft.com/office/powerpoint/2010/main" val="3826998960"/>
      </p:ext>
    </p:extLst>
  </p:cSld>
  <p:clrMapOvr>
    <a:masterClrMapping/>
  </p:clrMapOvr>
  <p:transition spd="slow" advTm="596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0-#ppt_w/2"/>
                                          </p:val>
                                        </p:tav>
                                        <p:tav tm="100000">
                                          <p:val>
                                            <p:strVal val="#ppt_x"/>
                                          </p:val>
                                        </p:tav>
                                      </p:tavLst>
                                    </p:anim>
                                    <p:anim calcmode="lin" valueType="num">
                                      <p:cBhvr additive="base">
                                        <p:cTn id="12" dur="500" fill="hold"/>
                                        <p:tgtEl>
                                          <p:spTgt spid="43"/>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75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0-#ppt_w/2"/>
                                          </p:val>
                                        </p:tav>
                                        <p:tav tm="100000">
                                          <p:val>
                                            <p:strVal val="#ppt_x"/>
                                          </p:val>
                                        </p:tav>
                                      </p:tavLst>
                                    </p:anim>
                                    <p:anim calcmode="lin" valueType="num">
                                      <p:cBhvr additive="base">
                                        <p:cTn id="16" dur="500" fill="hold"/>
                                        <p:tgtEl>
                                          <p:spTgt spid="4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75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1+#ppt_w/2"/>
                                          </p:val>
                                        </p:tav>
                                        <p:tav tm="100000">
                                          <p:val>
                                            <p:strVal val="#ppt_x"/>
                                          </p:val>
                                        </p:tav>
                                      </p:tavLst>
                                    </p:anim>
                                    <p:anim calcmode="lin" valueType="num">
                                      <p:cBhvr additive="base">
                                        <p:cTn id="20"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5" grpId="0" animBg="1"/>
      <p:bldP spid="3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ço Reservado para Imagem 3"/>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16724" t="6965" r="-16412" b="-513"/>
          <a:stretch/>
        </p:blipFill>
        <p:spPr>
          <a:xfrm>
            <a:off x="3547766" y="1293411"/>
            <a:ext cx="4783434" cy="3361138"/>
          </a:xfrm>
        </p:spPr>
      </p:pic>
      <p:sp>
        <p:nvSpPr>
          <p:cNvPr id="10" name="Text Placeholder 9"/>
          <p:cNvSpPr>
            <a:spLocks noGrp="1"/>
          </p:cNvSpPr>
          <p:nvPr>
            <p:ph type="body" sz="quarter" idx="10"/>
          </p:nvPr>
        </p:nvSpPr>
        <p:spPr>
          <a:xfrm>
            <a:off x="1114425" y="444500"/>
            <a:ext cx="9963150" cy="800100"/>
          </a:xfrm>
        </p:spPr>
        <p:txBody>
          <a:bodyPr/>
          <a:lstStyle/>
          <a:p>
            <a:r>
              <a:rPr lang="pt-BR" sz="4400" b="1" dirty="0" smtClean="0">
                <a:latin typeface="Arial" panose="020B0604020202020204" pitchFamily="34" charset="0"/>
                <a:cs typeface="Arial" panose="020B0604020202020204" pitchFamily="34" charset="0"/>
              </a:rPr>
              <a:t>LUVAS DE PROTEÇÃO</a:t>
            </a:r>
            <a:endParaRPr lang="pt-BR" sz="4400" b="1" dirty="0">
              <a:latin typeface="Arial" panose="020B0604020202020204" pitchFamily="34" charset="0"/>
              <a:cs typeface="Arial" panose="020B0604020202020204" pitchFamily="34" charset="0"/>
            </a:endParaRPr>
          </a:p>
        </p:txBody>
      </p:sp>
      <p:sp>
        <p:nvSpPr>
          <p:cNvPr id="16" name="Retângulo 15"/>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Rounded Corners 8"/>
          <p:cNvSpPr/>
          <p:nvPr/>
        </p:nvSpPr>
        <p:spPr>
          <a:xfrm>
            <a:off x="577025" y="4765204"/>
            <a:ext cx="11028383" cy="1438275"/>
          </a:xfrm>
          <a:prstGeom prst="roundRect">
            <a:avLst>
              <a:gd name="adj" fmla="val 257"/>
            </a:avLst>
          </a:prstGeom>
          <a:gradFill>
            <a:gsLst>
              <a:gs pos="0">
                <a:schemeClr val="accent1"/>
              </a:gs>
              <a:gs pos="100000">
                <a:schemeClr val="accent5"/>
              </a:gs>
            </a:gsLst>
            <a:lin ang="3000000" scaled="0"/>
          </a:gradFill>
          <a:ln>
            <a:noFill/>
          </a:ln>
          <a:effectLst>
            <a:outerShdw blurRad="254000" dist="38100" dir="5400000" algn="t"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Text Placeholder 4"/>
          <p:cNvSpPr txBox="1">
            <a:spLocks/>
          </p:cNvSpPr>
          <p:nvPr/>
        </p:nvSpPr>
        <p:spPr>
          <a:xfrm>
            <a:off x="870857" y="4865393"/>
            <a:ext cx="10206718" cy="6189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dirty="0">
                <a:solidFill>
                  <a:schemeClr val="bg1"/>
                </a:solidFill>
                <a:latin typeface="Arial" panose="020B0604020202020204" pitchFamily="34" charset="0"/>
                <a:cs typeface="Arial" panose="020B0604020202020204" pitchFamily="34" charset="0"/>
              </a:rPr>
              <a:t>Deve ser do tipo antiderrapante que além de permitir que o operador segure firmemente o equipamento, também reduz a transmissão da vibração do motor p/ o operador.</a:t>
            </a:r>
            <a:endParaRPr lang="pt-BR" altLang="pt-BR"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6910604"/>
      </p:ext>
    </p:extLst>
  </p:cSld>
  <p:clrMapOvr>
    <a:masterClrMapping/>
  </p:clrMapOvr>
  <p:transition spd="slow" advTm="5557">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3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25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750" fill="hold"/>
                                        <p:tgtEl>
                                          <p:spTgt spid="31"/>
                                        </p:tgtEl>
                                        <p:attrNameLst>
                                          <p:attrName>ppt_x</p:attrName>
                                        </p:attrNameLst>
                                      </p:cBhvr>
                                      <p:tavLst>
                                        <p:tav tm="0">
                                          <p:val>
                                            <p:strVal val="#ppt_x"/>
                                          </p:val>
                                        </p:tav>
                                        <p:tav tm="100000">
                                          <p:val>
                                            <p:strVal val="#ppt_x"/>
                                          </p:val>
                                        </p:tav>
                                      </p:tavLst>
                                    </p:anim>
                                    <p:anim calcmode="lin" valueType="num">
                                      <p:cBhvr additive="base">
                                        <p:cTn id="12" dur="75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1114425" y="444500"/>
            <a:ext cx="9963150" cy="800100"/>
          </a:xfrm>
        </p:spPr>
        <p:txBody>
          <a:bodyPr/>
          <a:lstStyle/>
          <a:p>
            <a:r>
              <a:rPr lang="pt-BR" b="1" dirty="0" smtClean="0">
                <a:latin typeface="Arial" panose="020B0604020202020204" pitchFamily="34" charset="0"/>
                <a:cs typeface="Arial" panose="020B0604020202020204" pitchFamily="34" charset="0"/>
              </a:rPr>
              <a:t>PROTETORES AURICULARES</a:t>
            </a:r>
            <a:endParaRPr lang="pt-BR" b="1" dirty="0">
              <a:latin typeface="Arial" panose="020B0604020202020204" pitchFamily="34" charset="0"/>
              <a:cs typeface="Arial" panose="020B0604020202020204" pitchFamily="34" charset="0"/>
            </a:endParaRPr>
          </a:p>
        </p:txBody>
      </p:sp>
      <p:sp>
        <p:nvSpPr>
          <p:cNvPr id="16" name="Retângulo 15"/>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ctangle: Rounded Corners 8"/>
          <p:cNvSpPr/>
          <p:nvPr/>
        </p:nvSpPr>
        <p:spPr>
          <a:xfrm>
            <a:off x="577025" y="4765204"/>
            <a:ext cx="11028383" cy="1438275"/>
          </a:xfrm>
          <a:prstGeom prst="roundRect">
            <a:avLst>
              <a:gd name="adj" fmla="val 257"/>
            </a:avLst>
          </a:prstGeom>
          <a:gradFill>
            <a:gsLst>
              <a:gs pos="0">
                <a:schemeClr val="accent1"/>
              </a:gs>
              <a:gs pos="100000">
                <a:schemeClr val="accent5"/>
              </a:gs>
            </a:gsLst>
            <a:lin ang="3000000" scaled="0"/>
          </a:gradFill>
          <a:ln>
            <a:noFill/>
          </a:ln>
          <a:effectLst>
            <a:outerShdw blurRad="254000" dist="38100" dir="5400000" algn="t"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Text Placeholder 4"/>
          <p:cNvSpPr txBox="1">
            <a:spLocks/>
          </p:cNvSpPr>
          <p:nvPr/>
        </p:nvSpPr>
        <p:spPr>
          <a:xfrm>
            <a:off x="987857" y="4879553"/>
            <a:ext cx="10206718" cy="6189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400" dirty="0">
                <a:solidFill>
                  <a:schemeClr val="bg1"/>
                </a:solidFill>
                <a:latin typeface="Arial" panose="020B0604020202020204" pitchFamily="34" charset="0"/>
                <a:cs typeface="Arial" panose="020B0604020202020204" pitchFamily="34" charset="0"/>
              </a:rPr>
              <a:t>A exposição prolongada a ruídos pode causar danos permanentes ao sistema auditivo. </a:t>
            </a:r>
          </a:p>
          <a:p>
            <a:pPr algn="just"/>
            <a:r>
              <a:rPr lang="pt-BR" sz="2400" dirty="0" smtClean="0">
                <a:solidFill>
                  <a:schemeClr val="bg1"/>
                </a:solidFill>
                <a:latin typeface="Arial" panose="020B0604020202020204" pitchFamily="34" charset="0"/>
                <a:cs typeface="Arial" panose="020B0604020202020204" pitchFamily="34" charset="0"/>
              </a:rPr>
              <a:t>Utilize </a:t>
            </a:r>
            <a:r>
              <a:rPr lang="pt-BR" sz="2400" dirty="0">
                <a:solidFill>
                  <a:schemeClr val="bg1"/>
                </a:solidFill>
                <a:latin typeface="Arial" panose="020B0604020202020204" pitchFamily="34" charset="0"/>
                <a:cs typeface="Arial" panose="020B0604020202020204" pitchFamily="34" charset="0"/>
              </a:rPr>
              <a:t>protetores auriculares sempre que operar o equipamento</a:t>
            </a:r>
            <a:endParaRPr lang="pt-BR" altLang="pt-BR" sz="2400" dirty="0">
              <a:solidFill>
                <a:schemeClr val="bg1"/>
              </a:solidFill>
              <a:latin typeface="Arial" panose="020B0604020202020204" pitchFamily="34" charset="0"/>
              <a:cs typeface="Arial" panose="020B0604020202020204" pitchFamily="34" charset="0"/>
            </a:endParaRPr>
          </a:p>
        </p:txBody>
      </p:sp>
      <p:pic>
        <p:nvPicPr>
          <p:cNvPr id="3" name="Espaço Reservado para Imagem 2"/>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l="-28882" t="-2285" r="-22011" b="-3739"/>
          <a:stretch/>
        </p:blipFill>
        <p:spPr>
          <a:xfrm>
            <a:off x="6752508" y="1326933"/>
            <a:ext cx="4852900" cy="3409949"/>
          </a:xfrm>
        </p:spPr>
      </p:pic>
      <p:pic>
        <p:nvPicPr>
          <p:cNvPr id="6" name="Espaço Reservado para Imagem 5"/>
          <p:cNvPicPr>
            <a:picLocks noGrp="1" noChangeAspect="1"/>
          </p:cNvPicPr>
          <p:nvPr>
            <p:ph type="pic" sz="quarter" idx="12"/>
          </p:nvPr>
        </p:nvPicPr>
        <p:blipFill rotWithShape="1">
          <a:blip r:embed="rId3">
            <a:extLst>
              <a:ext uri="{28A0092B-C50C-407E-A947-70E740481C1C}">
                <a14:useLocalDpi xmlns:a14="http://schemas.microsoft.com/office/drawing/2010/main" val="0"/>
              </a:ext>
            </a:extLst>
          </a:blip>
          <a:srcRect t="4436" b="6739"/>
          <a:stretch/>
        </p:blipFill>
        <p:spPr>
          <a:xfrm>
            <a:off x="1114425" y="1166544"/>
            <a:ext cx="3986893" cy="3541485"/>
          </a:xfrm>
        </p:spPr>
      </p:pic>
    </p:spTree>
    <p:extLst>
      <p:ext uri="{BB962C8B-B14F-4D97-AF65-F5344CB8AC3E}">
        <p14:creationId xmlns:p14="http://schemas.microsoft.com/office/powerpoint/2010/main" val="2455185558"/>
      </p:ext>
    </p:extLst>
  </p:cSld>
  <p:clrMapOvr>
    <a:masterClrMapping/>
  </p:clrMapOvr>
  <p:transition spd="slow" advTm="5557">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3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ppt_x"/>
                                          </p:val>
                                        </p:tav>
                                        <p:tav tm="100000">
                                          <p:val>
                                            <p:strVal val="#ppt_x"/>
                                          </p:val>
                                        </p:tav>
                                      </p:tavLst>
                                    </p:anim>
                                    <p:anim calcmode="lin" valueType="num">
                                      <p:cBhvr additive="base">
                                        <p:cTn id="8" dur="75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25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750" fill="hold"/>
                                        <p:tgtEl>
                                          <p:spTgt spid="31"/>
                                        </p:tgtEl>
                                        <p:attrNameLst>
                                          <p:attrName>ppt_x</p:attrName>
                                        </p:attrNameLst>
                                      </p:cBhvr>
                                      <p:tavLst>
                                        <p:tav tm="0">
                                          <p:val>
                                            <p:strVal val="#ppt_x"/>
                                          </p:val>
                                        </p:tav>
                                        <p:tav tm="100000">
                                          <p:val>
                                            <p:strVal val="#ppt_x"/>
                                          </p:val>
                                        </p:tav>
                                      </p:tavLst>
                                    </p:anim>
                                    <p:anim calcmode="lin" valueType="num">
                                      <p:cBhvr additive="base">
                                        <p:cTn id="12" dur="75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1"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721174" y="1452088"/>
            <a:ext cx="10356402"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30000"/>
              </a:spcAft>
            </a:pPr>
            <a:r>
              <a:rPr lang="pt-BR" sz="2400" dirty="0">
                <a:latin typeface="Arial" panose="020B0604020202020204" pitchFamily="34" charset="0"/>
                <a:cs typeface="Arial" panose="020B0604020202020204" pitchFamily="34" charset="0"/>
              </a:rPr>
              <a:t>O operador não deve vestir roupas folgadas ou com partes em excesso ou soltas que possam prender em alguma parte móvel do equipamento. Em compensação, elas não podem ser justas ao ponto de limitarem os movimentos do operador. </a:t>
            </a: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vista "shorts" ou bermudas. </a:t>
            </a:r>
            <a:r>
              <a:rPr lang="pt-BR" sz="1800" dirty="0" smtClean="0">
                <a:latin typeface="Arial" panose="020B0604020202020204" pitchFamily="34" charset="0"/>
                <a:cs typeface="Arial" panose="020B0604020202020204" pitchFamily="34" charset="0"/>
              </a:rPr>
              <a:t>	</a:t>
            </a:r>
            <a:endParaRPr lang="pt-BR" sz="1800" dirty="0">
              <a:latin typeface="Arial" panose="020B0604020202020204" pitchFamily="34" charset="0"/>
              <a:cs typeface="Arial" panose="020B0604020202020204" pitchFamily="34" charset="0"/>
            </a:endParaRP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vista gravatas, laços ou joias. </a:t>
            </a:r>
          </a:p>
          <a:p>
            <a:pPr lvl="1" algn="just">
              <a:spcAft>
                <a:spcPct val="30000"/>
              </a:spcAft>
            </a:pPr>
            <a:r>
              <a:rPr lang="pt-BR" sz="1800" dirty="0" smtClean="0">
                <a:latin typeface="Arial" panose="020B0604020202020204" pitchFamily="34" charset="0"/>
                <a:cs typeface="Arial" panose="020B0604020202020204" pitchFamily="34" charset="0"/>
              </a:rPr>
              <a:t>Os </a:t>
            </a:r>
            <a:r>
              <a:rPr lang="pt-BR" sz="1800" dirty="0">
                <a:latin typeface="Arial" panose="020B0604020202020204" pitchFamily="34" charset="0"/>
                <a:cs typeface="Arial" panose="020B0604020202020204" pitchFamily="34" charset="0"/>
              </a:rPr>
              <a:t>sapatos deverão ser antiderrapantes. </a:t>
            </a: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use sapatos abertos (sandálias) ou </a:t>
            </a:r>
            <a:r>
              <a:rPr lang="pt-BR" sz="1800" dirty="0" smtClean="0">
                <a:latin typeface="Arial" panose="020B0604020202020204" pitchFamily="34" charset="0"/>
                <a:cs typeface="Arial" panose="020B0604020202020204" pitchFamily="34" charset="0"/>
              </a:rPr>
              <a:t>chinelos.</a:t>
            </a:r>
          </a:p>
          <a:p>
            <a:pPr lvl="1" algn="just">
              <a:spcAft>
                <a:spcPct val="30000"/>
              </a:spcAft>
            </a:pPr>
            <a:r>
              <a:rPr lang="pt-BR" sz="1800" dirty="0" smtClean="0">
                <a:latin typeface="Arial" panose="020B0604020202020204" pitchFamily="34" charset="0"/>
                <a:cs typeface="Arial" panose="020B0604020202020204" pitchFamily="34" charset="0"/>
              </a:rPr>
              <a:t>Não </a:t>
            </a:r>
            <a:r>
              <a:rPr lang="pt-BR" sz="1800" dirty="0">
                <a:latin typeface="Arial" panose="020B0604020202020204" pitchFamily="34" charset="0"/>
                <a:cs typeface="Arial" panose="020B0604020202020204" pitchFamily="34" charset="0"/>
              </a:rPr>
              <a:t>trabalhe com os pés descalços. </a:t>
            </a:r>
          </a:p>
          <a:p>
            <a:pPr lvl="1" algn="just">
              <a:spcAft>
                <a:spcPct val="30000"/>
              </a:spcAft>
            </a:pPr>
            <a:r>
              <a:rPr lang="pt-BR" sz="1800" dirty="0" smtClean="0">
                <a:latin typeface="Arial" panose="020B0604020202020204" pitchFamily="34" charset="0"/>
                <a:cs typeface="Arial" panose="020B0604020202020204" pitchFamily="34" charset="0"/>
              </a:rPr>
              <a:t>Para </a:t>
            </a:r>
            <a:r>
              <a:rPr lang="pt-BR" sz="1800" dirty="0">
                <a:latin typeface="Arial" panose="020B0604020202020204" pitchFamily="34" charset="0"/>
                <a:cs typeface="Arial" panose="020B0604020202020204" pitchFamily="34" charset="0"/>
              </a:rPr>
              <a:t>aqueles (as) que possuem cabelos compridos, nunca trabalhe com os mesmos soltos, sem que estejam presos a uma altura superior à do ombro.</a:t>
            </a:r>
          </a:p>
          <a:p>
            <a:pPr algn="just"/>
            <a:endParaRPr lang="pt-BR" sz="2400" dirty="0">
              <a:latin typeface="Arial" panose="020B0604020202020204" pitchFamily="34" charset="0"/>
              <a:cs typeface="Arial" panose="020B0604020202020204" pitchFamily="34" charset="0"/>
            </a:endParaRPr>
          </a:p>
          <a:p>
            <a:pPr algn="just">
              <a:lnSpc>
                <a:spcPct val="114000"/>
              </a:lnSpc>
              <a:defRPr/>
            </a:pPr>
            <a:endParaRPr lang="pt-BR" sz="1400" i="1"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sz="4400" b="1" dirty="0" smtClean="0">
                <a:latin typeface="Arial" panose="020B0604020202020204" pitchFamily="34" charset="0"/>
                <a:cs typeface="Arial" panose="020B0604020202020204" pitchFamily="34" charset="0"/>
              </a:rPr>
              <a:t>ROUPAS DE PROTEÇÃO</a:t>
            </a:r>
            <a:endParaRPr lang="pt-BR"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0634827"/>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4"/>
          <p:cNvSpPr txBox="1">
            <a:spLocks/>
          </p:cNvSpPr>
          <p:nvPr/>
        </p:nvSpPr>
        <p:spPr>
          <a:xfrm>
            <a:off x="513084" y="591551"/>
            <a:ext cx="4871825"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200" b="1" dirty="0" smtClean="0">
                <a:solidFill>
                  <a:schemeClr val="tx1">
                    <a:lumMod val="65000"/>
                    <a:lumOff val="35000"/>
                  </a:schemeClr>
                </a:solidFill>
                <a:latin typeface="Arial" panose="020B0604020202020204" pitchFamily="34" charset="0"/>
                <a:cs typeface="Arial" panose="020B0604020202020204" pitchFamily="34" charset="0"/>
              </a:rPr>
              <a:t>EQUIPAMENTOS DE PROTEÇÃO ADICIONAL</a:t>
            </a:r>
            <a:endParaRPr lang="pt-BR" sz="32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623114" y="11753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604164" y="577811"/>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591465" y="2239589"/>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8" name="Rectangle 7"/>
          <p:cNvSpPr/>
          <p:nvPr/>
        </p:nvSpPr>
        <p:spPr>
          <a:xfrm>
            <a:off x="5565749" y="0"/>
            <a:ext cx="6626252" cy="3429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Rectangle 4"/>
          <p:cNvSpPr/>
          <p:nvPr/>
        </p:nvSpPr>
        <p:spPr>
          <a:xfrm>
            <a:off x="5565749" y="3429000"/>
            <a:ext cx="6626251" cy="3429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Text Placeholder 4"/>
          <p:cNvSpPr txBox="1">
            <a:spLocks/>
          </p:cNvSpPr>
          <p:nvPr/>
        </p:nvSpPr>
        <p:spPr>
          <a:xfrm>
            <a:off x="5892643" y="1050573"/>
            <a:ext cx="6264576"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25000"/>
              </a:spcAft>
            </a:pPr>
            <a:r>
              <a:rPr lang="pt-BR" sz="2000" dirty="0">
                <a:solidFill>
                  <a:schemeClr val="bg1"/>
                </a:solidFill>
                <a:latin typeface="Arial" panose="020B0604020202020204" pitchFamily="34" charset="0"/>
                <a:cs typeface="Arial" panose="020B0604020202020204" pitchFamily="34" charset="0"/>
              </a:rPr>
              <a:t>Calça jeans comprida e sapatos de proteção antiderrapante geralmente é suficiente na proteção contra objetos arremessados pela lâmina de corte. Para o corte pesado de capim/mato, protetores de pernas/canela também são recomendados.</a:t>
            </a:r>
            <a:endParaRPr lang="pt-BR" altLang="pt-BR" sz="2000" dirty="0">
              <a:solidFill>
                <a:schemeClr val="bg1"/>
              </a:solidFill>
              <a:latin typeface="Arial" panose="020B0604020202020204" pitchFamily="34" charset="0"/>
              <a:cs typeface="Arial" panose="020B0604020202020204" pitchFamily="34" charset="0"/>
            </a:endParaRPr>
          </a:p>
        </p:txBody>
      </p:sp>
      <p:pic>
        <p:nvPicPr>
          <p:cNvPr id="6" name="Espaço Reservado para Imagem 5"/>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853" r="-491" b="1023"/>
          <a:stretch/>
        </p:blipFill>
        <p:spPr>
          <a:xfrm>
            <a:off x="1008076" y="2056248"/>
            <a:ext cx="3764487" cy="4057169"/>
          </a:xfrm>
        </p:spPr>
      </p:pic>
      <p:pic>
        <p:nvPicPr>
          <p:cNvPr id="9" name="Espaço Reservado para Imagem 8"/>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429" r="-312" b="2777"/>
          <a:stretch/>
        </p:blipFill>
        <p:spPr>
          <a:xfrm>
            <a:off x="5746586" y="3521528"/>
            <a:ext cx="3199318" cy="3243943"/>
          </a:xfrm>
        </p:spPr>
      </p:pic>
      <p:pic>
        <p:nvPicPr>
          <p:cNvPr id="13" name="Espaço Reservado para Imagem 12"/>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l="20097" r="23077"/>
          <a:stretch/>
        </p:blipFill>
        <p:spPr>
          <a:xfrm>
            <a:off x="9024931" y="3600599"/>
            <a:ext cx="3088041" cy="3056772"/>
          </a:xfrm>
        </p:spPr>
      </p:pic>
    </p:spTree>
    <p:extLst>
      <p:ext uri="{BB962C8B-B14F-4D97-AF65-F5344CB8AC3E}">
        <p14:creationId xmlns:p14="http://schemas.microsoft.com/office/powerpoint/2010/main" val="458468231"/>
      </p:ext>
    </p:extLst>
  </p:cSld>
  <p:clrMapOvr>
    <a:masterClrMapping/>
  </p:clrMapOvr>
  <p:transition spd="slow" advTm="8361">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par>
                                <p:cTn id="25" presetID="10" presetClass="entr" presetSubtype="0" fill="hold" grpId="0" nodeType="withEffect">
                                  <p:stCondLst>
                                    <p:cond delay="2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2" presetClass="entr" presetSubtype="2" fill="hold" grpId="0" nodeType="withEffect">
                                  <p:stCondLst>
                                    <p:cond delay="275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1+#ppt_w/2"/>
                                          </p:val>
                                        </p:tav>
                                        <p:tav tm="100000">
                                          <p:val>
                                            <p:strVal val="#ppt_x"/>
                                          </p:val>
                                        </p:tav>
                                      </p:tavLst>
                                    </p:anim>
                                    <p:anim calcmode="lin" valueType="num">
                                      <p:cBhvr additive="base">
                                        <p:cTn id="31"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18" grpId="0"/>
      <p:bldP spid="8" grpId="0" animBg="1"/>
      <p:bldP spid="5" grpId="0" animBg="1"/>
      <p:bldP spid="3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350" y="0"/>
            <a:ext cx="4592198" cy="6858000"/>
          </a:xfrm>
          <a:prstGeom prst="rect">
            <a:avLst/>
          </a:prstGeom>
          <a:solidFill>
            <a:srgbClr val="306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atin typeface="Bebas Neue" panose="020B0606020202050201"/>
            </a:endParaRPr>
          </a:p>
        </p:txBody>
      </p:sp>
      <p:sp>
        <p:nvSpPr>
          <p:cNvPr id="6" name="Rectangle 5"/>
          <p:cNvSpPr/>
          <p:nvPr/>
        </p:nvSpPr>
        <p:spPr>
          <a:xfrm>
            <a:off x="7835463" y="0"/>
            <a:ext cx="4356536" cy="6858000"/>
          </a:xfrm>
          <a:prstGeom prst="rect">
            <a:avLst/>
          </a:prstGeom>
          <a:gradFill>
            <a:gsLst>
              <a:gs pos="0">
                <a:schemeClr val="accent1"/>
              </a:gs>
              <a:gs pos="100000">
                <a:schemeClr val="accent5"/>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 Placeholder 4"/>
          <p:cNvSpPr txBox="1">
            <a:spLocks/>
          </p:cNvSpPr>
          <p:nvPr/>
        </p:nvSpPr>
        <p:spPr>
          <a:xfrm>
            <a:off x="62940" y="2051968"/>
            <a:ext cx="4453617"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000" dirty="0">
                <a:solidFill>
                  <a:schemeClr val="bg1"/>
                </a:solidFill>
                <a:latin typeface="Arial" panose="020B0604020202020204" pitchFamily="34" charset="0"/>
                <a:cs typeface="Arial" panose="020B0604020202020204" pitchFamily="34" charset="0"/>
              </a:rPr>
              <a:t>Roupa apropriada de trabalho e equipamentos de segurança aumenta a fadiga o que pode provocar stress. Procure realizar o trabalho pesado pela manhã ou ao final da tarde quando as temperaturas são mais </a:t>
            </a:r>
            <a:r>
              <a:rPr lang="pt-BR" sz="2000" dirty="0" smtClean="0">
                <a:solidFill>
                  <a:schemeClr val="bg1"/>
                </a:solidFill>
                <a:latin typeface="Arial" panose="020B0604020202020204" pitchFamily="34" charset="0"/>
                <a:cs typeface="Arial" panose="020B0604020202020204" pitchFamily="34" charset="0"/>
              </a:rPr>
              <a:t>amenas.</a:t>
            </a:r>
            <a:r>
              <a:rPr lang="pt-BR" altLang="pt-BR" sz="2000" dirty="0" smtClean="0">
                <a:solidFill>
                  <a:schemeClr val="bg1"/>
                </a:solidFill>
                <a:latin typeface="Arial" panose="020B0604020202020204" pitchFamily="34" charset="0"/>
                <a:cs typeface="Arial" panose="020B0604020202020204" pitchFamily="34" charset="0"/>
              </a:rPr>
              <a:t> </a:t>
            </a:r>
            <a:endParaRPr lang="pt-BR" altLang="pt-BR" sz="2000" dirty="0">
              <a:solidFill>
                <a:schemeClr val="bg1"/>
              </a:solidFill>
              <a:latin typeface="Arial" panose="020B0604020202020204" pitchFamily="34" charset="0"/>
              <a:cs typeface="Arial" panose="020B0604020202020204" pitchFamily="34" charset="0"/>
            </a:endParaRPr>
          </a:p>
        </p:txBody>
      </p:sp>
      <p:sp>
        <p:nvSpPr>
          <p:cNvPr id="12" name="Text Placeholder 4"/>
          <p:cNvSpPr txBox="1">
            <a:spLocks/>
          </p:cNvSpPr>
          <p:nvPr/>
        </p:nvSpPr>
        <p:spPr>
          <a:xfrm>
            <a:off x="8417307" y="1997726"/>
            <a:ext cx="3192847"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b="1" dirty="0" smtClean="0">
                <a:solidFill>
                  <a:schemeClr val="bg1"/>
                </a:solidFill>
                <a:latin typeface="Arial" panose="020B0604020202020204" pitchFamily="34" charset="0"/>
                <a:cs typeface="Arial" panose="020B0604020202020204" pitchFamily="34" charset="0"/>
              </a:rPr>
              <a:t>TEMPO E AMBIENTE</a:t>
            </a:r>
            <a:endParaRPr lang="pt-BR" sz="44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8518908" y="2751794"/>
            <a:ext cx="235745" cy="5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 Placeholder 4"/>
          <p:cNvSpPr txBox="1">
            <a:spLocks/>
          </p:cNvSpPr>
          <p:nvPr/>
        </p:nvSpPr>
        <p:spPr>
          <a:xfrm>
            <a:off x="8417307" y="1717834"/>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95000"/>
                </a:schemeClr>
              </a:solidFill>
              <a:latin typeface="Segoe UI" panose="020B0502040204020203" pitchFamily="34" charset="0"/>
              <a:cs typeface="Segoe UI" panose="020B0502040204020203" pitchFamily="34" charset="0"/>
            </a:endParaRPr>
          </a:p>
        </p:txBody>
      </p:sp>
      <p:grpSp>
        <p:nvGrpSpPr>
          <p:cNvPr id="45" name="Group 44"/>
          <p:cNvGrpSpPr/>
          <p:nvPr/>
        </p:nvGrpSpPr>
        <p:grpSpPr>
          <a:xfrm>
            <a:off x="200583" y="247656"/>
            <a:ext cx="4178326" cy="6362688"/>
            <a:chOff x="3471686" y="247656"/>
            <a:chExt cx="4178326" cy="6362688"/>
          </a:xfrm>
        </p:grpSpPr>
        <p:grpSp>
          <p:nvGrpSpPr>
            <p:cNvPr id="38" name="Group 37"/>
            <p:cNvGrpSpPr/>
            <p:nvPr/>
          </p:nvGrpSpPr>
          <p:grpSpPr>
            <a:xfrm>
              <a:off x="3471686" y="247656"/>
              <a:ext cx="301786" cy="6362688"/>
              <a:chOff x="3660878" y="263423"/>
              <a:chExt cx="301786" cy="6362688"/>
            </a:xfrm>
          </p:grpSpPr>
          <p:sp>
            <p:nvSpPr>
              <p:cNvPr id="47" name="Half Frame 46"/>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8" name="Half Frame 47"/>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53" name="Group 52"/>
            <p:cNvGrpSpPr/>
            <p:nvPr/>
          </p:nvGrpSpPr>
          <p:grpSpPr>
            <a:xfrm flipH="1">
              <a:off x="7348226" y="247656"/>
              <a:ext cx="301786" cy="6362688"/>
              <a:chOff x="3660878" y="263423"/>
              <a:chExt cx="301786" cy="6362688"/>
            </a:xfrm>
          </p:grpSpPr>
          <p:sp>
            <p:nvSpPr>
              <p:cNvPr id="54" name="Half Frame 53"/>
              <p:cNvSpPr/>
              <p:nvPr/>
            </p:nvSpPr>
            <p:spPr>
              <a:xfrm>
                <a:off x="3660878" y="263423"/>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5" name="Half Frame 54"/>
              <p:cNvSpPr/>
              <p:nvPr/>
            </p:nvSpPr>
            <p:spPr>
              <a:xfrm flipV="1">
                <a:off x="3660878" y="6324325"/>
                <a:ext cx="301786" cy="301786"/>
              </a:xfrm>
              <a:prstGeom prst="halfFrame">
                <a:avLst>
                  <a:gd name="adj1" fmla="val 11156"/>
                  <a:gd name="adj2" fmla="val 13172"/>
                </a:avLst>
              </a:prstGeom>
              <a:solidFill>
                <a:schemeClr val="bg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pic>
        <p:nvPicPr>
          <p:cNvPr id="4" name="Espaço Reservado para Imagem 3"/>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4531" r="14531"/>
          <a:stretch>
            <a:fillRect/>
          </a:stretch>
        </p:blipFill>
        <p:spPr>
          <a:xfrm>
            <a:off x="4592199" y="1717834"/>
            <a:ext cx="3243263" cy="3429000"/>
          </a:xfrm>
        </p:spPr>
      </p:pic>
    </p:spTree>
    <p:extLst>
      <p:ext uri="{BB962C8B-B14F-4D97-AF65-F5344CB8AC3E}">
        <p14:creationId xmlns:p14="http://schemas.microsoft.com/office/powerpoint/2010/main" val="3708558165"/>
      </p:ext>
    </p:extLst>
  </p:cSld>
  <p:clrMapOvr>
    <a:masterClrMapping/>
  </p:clrMapOvr>
  <p:transition spd="slow" advTm="6546">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75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53" presetClass="entr" presetSubtype="16" fill="hold" nodeType="withEffect">
                                  <p:stCondLst>
                                    <p:cond delay="1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750" fill="hold"/>
                                        <p:tgtEl>
                                          <p:spTgt spid="45"/>
                                        </p:tgtEl>
                                        <p:attrNameLst>
                                          <p:attrName>ppt_w</p:attrName>
                                        </p:attrNameLst>
                                      </p:cBhvr>
                                      <p:tavLst>
                                        <p:tav tm="0">
                                          <p:val>
                                            <p:fltVal val="0"/>
                                          </p:val>
                                        </p:tav>
                                        <p:tav tm="100000">
                                          <p:val>
                                            <p:strVal val="#ppt_w"/>
                                          </p:val>
                                        </p:tav>
                                      </p:tavLst>
                                    </p:anim>
                                    <p:anim calcmode="lin" valueType="num">
                                      <p:cBhvr>
                                        <p:cTn id="15" dur="750" fill="hold"/>
                                        <p:tgtEl>
                                          <p:spTgt spid="45"/>
                                        </p:tgtEl>
                                        <p:attrNameLst>
                                          <p:attrName>ppt_h</p:attrName>
                                        </p:attrNameLst>
                                      </p:cBhvr>
                                      <p:tavLst>
                                        <p:tav tm="0">
                                          <p:val>
                                            <p:fltVal val="0"/>
                                          </p:val>
                                        </p:tav>
                                        <p:tav tm="100000">
                                          <p:val>
                                            <p:strVal val="#ppt_h"/>
                                          </p:val>
                                        </p:tav>
                                      </p:tavLst>
                                    </p:anim>
                                    <p:animEffect transition="in" filter="fade">
                                      <p:cBhvr>
                                        <p:cTn id="16" dur="750"/>
                                        <p:tgtEl>
                                          <p:spTgt spid="45"/>
                                        </p:tgtEl>
                                      </p:cBhvr>
                                    </p:animEffect>
                                  </p:childTnLst>
                                </p:cTn>
                              </p:par>
                              <p:par>
                                <p:cTn id="17" presetID="2" presetClass="entr" presetSubtype="2" decel="100000" fill="hold" grpId="0" nodeType="withEffect" nodePh="1">
                                  <p:stCondLst>
                                    <p:cond delay="175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1+#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25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25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6" grpId="0" animBg="1"/>
      <p:bldP spid="10" grpId="0"/>
      <p:bldP spid="12" grpId="0"/>
      <p:bldP spid="13" grpId="0" animBg="1"/>
      <p:bldP spid="1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6"/>
          <p:cNvSpPr/>
          <p:nvPr/>
        </p:nvSpPr>
        <p:spPr>
          <a:xfrm rot="1507883">
            <a:off x="8776474" y="-1482141"/>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1"/>
          <p:cNvSpPr/>
          <p:nvPr/>
        </p:nvSpPr>
        <p:spPr>
          <a:xfrm>
            <a:off x="332509" y="63809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8" name="Retângulo 97"/>
          <p:cNvSpPr/>
          <p:nvPr/>
        </p:nvSpPr>
        <p:spPr>
          <a:xfrm>
            <a:off x="8871509" y="6355527"/>
            <a:ext cx="3269691" cy="18612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3" name="Rectangle 6"/>
          <p:cNvSpPr/>
          <p:nvPr/>
        </p:nvSpPr>
        <p:spPr>
          <a:xfrm rot="1507883">
            <a:off x="-2021973" y="6001492"/>
            <a:ext cx="5486293"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Text Placeholder 4"/>
          <p:cNvSpPr txBox="1">
            <a:spLocks/>
          </p:cNvSpPr>
          <p:nvPr/>
        </p:nvSpPr>
        <p:spPr>
          <a:xfrm>
            <a:off x="666558" y="1646613"/>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30000"/>
              </a:spcAft>
            </a:pPr>
            <a:r>
              <a:rPr lang="pt-BR" sz="2400" dirty="0">
                <a:latin typeface="Arial" panose="020B0604020202020204" pitchFamily="34" charset="0"/>
                <a:cs typeface="Arial" panose="020B0604020202020204" pitchFamily="34" charset="0"/>
              </a:rPr>
              <a:t>Certas pessoas, quando expostas a vibrações e ao frio têm seus dedos afetados pelo chamado "Fenômeno de </a:t>
            </a:r>
            <a:r>
              <a:rPr lang="pt-BR" sz="2400" dirty="0" err="1">
                <a:latin typeface="Arial" panose="020B0604020202020204" pitchFamily="34" charset="0"/>
                <a:cs typeface="Arial" panose="020B0604020202020204" pitchFamily="34" charset="0"/>
              </a:rPr>
              <a:t>Raynaud</a:t>
            </a:r>
            <a:r>
              <a:rPr lang="pt-BR" sz="2400" dirty="0">
                <a:latin typeface="Arial" panose="020B0604020202020204" pitchFamily="34" charset="0"/>
                <a:cs typeface="Arial" panose="020B0604020202020204" pitchFamily="34" charset="0"/>
              </a:rPr>
              <a:t>". Eles sentem coceira e queimação, seguidos de perda de cor e dormência dos dedos. As seguintes precauções devem ser tomadas: </a:t>
            </a:r>
          </a:p>
          <a:p>
            <a:pPr lvl="1" algn="just">
              <a:spcAft>
                <a:spcPct val="30000"/>
              </a:spcAft>
            </a:pPr>
            <a:r>
              <a:rPr lang="pt-BR" sz="2000" dirty="0" smtClean="0">
                <a:latin typeface="Arial" panose="020B0604020202020204" pitchFamily="34" charset="0"/>
                <a:cs typeface="Arial" panose="020B0604020202020204" pitchFamily="34" charset="0"/>
              </a:rPr>
              <a:t>Mantenha </a:t>
            </a:r>
            <a:r>
              <a:rPr lang="pt-BR" sz="2000" dirty="0">
                <a:latin typeface="Arial" panose="020B0604020202020204" pitchFamily="34" charset="0"/>
                <a:cs typeface="Arial" panose="020B0604020202020204" pitchFamily="34" charset="0"/>
              </a:rPr>
              <a:t>o corpo aquecido, especialmente cabeça e pescoço, pés e tornozelos, mãos e pulsos. </a:t>
            </a:r>
            <a:endParaRPr lang="pt-BR" sz="2000" dirty="0" smtClean="0">
              <a:latin typeface="Arial" panose="020B0604020202020204" pitchFamily="34" charset="0"/>
              <a:cs typeface="Arial" panose="020B0604020202020204" pitchFamily="34" charset="0"/>
            </a:endParaRPr>
          </a:p>
          <a:p>
            <a:pPr lvl="1" algn="just">
              <a:spcAft>
                <a:spcPct val="30000"/>
              </a:spcAft>
            </a:pPr>
            <a:r>
              <a:rPr lang="pt-BR" sz="2000" dirty="0" smtClean="0">
                <a:latin typeface="Arial" panose="020B0604020202020204" pitchFamily="34" charset="0"/>
                <a:cs typeface="Arial" panose="020B0604020202020204" pitchFamily="34" charset="0"/>
              </a:rPr>
              <a:t>Mantenha </a:t>
            </a:r>
            <a:r>
              <a:rPr lang="pt-BR" sz="2000" dirty="0">
                <a:latin typeface="Arial" panose="020B0604020202020204" pitchFamily="34" charset="0"/>
                <a:cs typeface="Arial" panose="020B0604020202020204" pitchFamily="34" charset="0"/>
              </a:rPr>
              <a:t>uma boa circulação sanguínea, praticando exercícios e não </a:t>
            </a:r>
            <a:r>
              <a:rPr lang="pt-BR" sz="2000" dirty="0" smtClean="0">
                <a:latin typeface="Arial" panose="020B0604020202020204" pitchFamily="34" charset="0"/>
                <a:cs typeface="Arial" panose="020B0604020202020204" pitchFamily="34" charset="0"/>
              </a:rPr>
              <a:t>fumando.</a:t>
            </a:r>
          </a:p>
          <a:p>
            <a:pPr lvl="1" algn="just">
              <a:spcAft>
                <a:spcPct val="30000"/>
              </a:spcAft>
            </a:pPr>
            <a:r>
              <a:rPr lang="pt-BR" sz="2000" dirty="0" smtClean="0">
                <a:latin typeface="Arial" panose="020B0604020202020204" pitchFamily="34" charset="0"/>
                <a:cs typeface="Arial" panose="020B0604020202020204" pitchFamily="34" charset="0"/>
              </a:rPr>
              <a:t>Diminua </a:t>
            </a:r>
            <a:r>
              <a:rPr lang="pt-BR" sz="2000" dirty="0">
                <a:latin typeface="Arial" panose="020B0604020202020204" pitchFamily="34" charset="0"/>
                <a:cs typeface="Arial" panose="020B0604020202020204" pitchFamily="34" charset="0"/>
              </a:rPr>
              <a:t>o máximo possível o tempo de operação com o equipamento.</a:t>
            </a:r>
          </a:p>
          <a:p>
            <a:pPr algn="just">
              <a:lnSpc>
                <a:spcPct val="114000"/>
              </a:lnSpc>
              <a:defRPr/>
            </a:pPr>
            <a:endParaRPr lang="pt-BR" sz="1400" i="1"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0"/>
          </p:nvPr>
        </p:nvSpPr>
        <p:spPr>
          <a:xfrm>
            <a:off x="1114425" y="444500"/>
            <a:ext cx="9963150" cy="800100"/>
          </a:xfrm>
        </p:spPr>
        <p:txBody>
          <a:bodyPr/>
          <a:lstStyle/>
          <a:p>
            <a:r>
              <a:rPr lang="pt-BR" sz="4400" b="1" dirty="0" smtClean="0">
                <a:latin typeface="Arial" panose="020B0604020202020204" pitchFamily="34" charset="0"/>
                <a:cs typeface="Arial" panose="020B0604020202020204" pitchFamily="34" charset="0"/>
              </a:rPr>
              <a:t>VIBRAÇÕES E FRIO</a:t>
            </a:r>
            <a:endParaRPr lang="pt-BR"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0792854"/>
      </p:ext>
    </p:extLst>
  </p:cSld>
  <p:clrMapOvr>
    <a:masterClrMapping/>
  </p:clrMapOvr>
  <p:transition spd="slow" advTm="595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350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750" fill="hold"/>
                                        <p:tgtEl>
                                          <p:spTgt spid="93"/>
                                        </p:tgtEl>
                                        <p:attrNameLst>
                                          <p:attrName>ppt_x</p:attrName>
                                        </p:attrNameLst>
                                      </p:cBhvr>
                                      <p:tavLst>
                                        <p:tav tm="0">
                                          <p:val>
                                            <p:strVal val="1+#ppt_w/2"/>
                                          </p:val>
                                        </p:tav>
                                        <p:tav tm="100000">
                                          <p:val>
                                            <p:strVal val="#ppt_x"/>
                                          </p:val>
                                        </p:tav>
                                      </p:tavLst>
                                    </p:anim>
                                    <p:anim calcmode="lin" valueType="num">
                                      <p:cBhvr additive="base">
                                        <p:cTn id="8" dur="750" fill="hold"/>
                                        <p:tgtEl>
                                          <p:spTgt spid="9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350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750" fill="hold"/>
                                        <p:tgtEl>
                                          <p:spTgt spid="94"/>
                                        </p:tgtEl>
                                        <p:attrNameLst>
                                          <p:attrName>ppt_x</p:attrName>
                                        </p:attrNameLst>
                                      </p:cBhvr>
                                      <p:tavLst>
                                        <p:tav tm="0">
                                          <p:val>
                                            <p:strVal val="1+#ppt_w/2"/>
                                          </p:val>
                                        </p:tav>
                                        <p:tav tm="100000">
                                          <p:val>
                                            <p:strVal val="#ppt_x"/>
                                          </p:val>
                                        </p:tav>
                                      </p:tavLst>
                                    </p:anim>
                                    <p:anim calcmode="lin" valueType="num">
                                      <p:cBhvr additive="base">
                                        <p:cTn id="12" dur="750" fill="hold"/>
                                        <p:tgtEl>
                                          <p:spTgt spid="9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750"/>
                                  </p:stCondLst>
                                  <p:childTnLst>
                                    <p:set>
                                      <p:cBhvr>
                                        <p:cTn id="14" dur="1" fill="hold">
                                          <p:stCondLst>
                                            <p:cond delay="0"/>
                                          </p:stCondLst>
                                        </p:cTn>
                                        <p:tgtEl>
                                          <p:spTgt spid="99"/>
                                        </p:tgtEl>
                                        <p:attrNameLst>
                                          <p:attrName>style.visibility</p:attrName>
                                        </p:attrNameLst>
                                      </p:cBhvr>
                                      <p:to>
                                        <p:strVal val="visible"/>
                                      </p:to>
                                    </p:set>
                                    <p:anim calcmode="lin" valueType="num">
                                      <p:cBhvr additive="base">
                                        <p:cTn id="15" dur="500" fill="hold"/>
                                        <p:tgtEl>
                                          <p:spTgt spid="99"/>
                                        </p:tgtEl>
                                        <p:attrNameLst>
                                          <p:attrName>ppt_x</p:attrName>
                                        </p:attrNameLst>
                                      </p:cBhvr>
                                      <p:tavLst>
                                        <p:tav tm="0">
                                          <p:val>
                                            <p:strVal val="1+#ppt_w/2"/>
                                          </p:val>
                                        </p:tav>
                                        <p:tav tm="100000">
                                          <p:val>
                                            <p:strVal val="#ppt_x"/>
                                          </p:val>
                                        </p:tav>
                                      </p:tavLst>
                                    </p:anim>
                                    <p:anim calcmode="lin" valueType="num">
                                      <p:cBhvr additive="base">
                                        <p:cTn id="16"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3" grpId="0" animBg="1"/>
      <p:bldP spid="9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59313"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Text Placeholder 28"/>
          <p:cNvSpPr txBox="1">
            <a:spLocks/>
          </p:cNvSpPr>
          <p:nvPr/>
        </p:nvSpPr>
        <p:spPr>
          <a:xfrm>
            <a:off x="1358748" y="826729"/>
            <a:ext cx="10833252" cy="8001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BR" sz="4800" b="1" dirty="0" smtClean="0">
                <a:solidFill>
                  <a:schemeClr val="tx1"/>
                </a:solidFill>
                <a:latin typeface="Arial" panose="020B0604020202020204" pitchFamily="34" charset="0"/>
                <a:cs typeface="Arial" panose="020B0604020202020204" pitchFamily="34" charset="0"/>
              </a:rPr>
              <a:t>VIBRAÇÕES E FRIO</a:t>
            </a:r>
            <a:endParaRPr lang="pt-BR" sz="4800" b="1" dirty="0">
              <a:solidFill>
                <a:schemeClr val="tx1"/>
              </a:solidFill>
              <a:latin typeface="Arial" panose="020B0604020202020204" pitchFamily="34" charset="0"/>
              <a:cs typeface="Arial" panose="020B0604020202020204" pitchFamily="34" charset="0"/>
            </a:endParaRPr>
          </a:p>
        </p:txBody>
      </p:sp>
      <p:sp>
        <p:nvSpPr>
          <p:cNvPr id="11" name="Text Placeholder 4"/>
          <p:cNvSpPr txBox="1">
            <a:spLocks/>
          </p:cNvSpPr>
          <p:nvPr/>
        </p:nvSpPr>
        <p:spPr>
          <a:xfrm>
            <a:off x="569005" y="2204118"/>
            <a:ext cx="11255177" cy="8033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30000"/>
              </a:spcAft>
            </a:pPr>
            <a:r>
              <a:rPr lang="pt-BR" sz="2400" dirty="0">
                <a:latin typeface="Arial" panose="020B0604020202020204" pitchFamily="34" charset="0"/>
                <a:cs typeface="Arial" panose="020B0604020202020204" pitchFamily="34" charset="0"/>
              </a:rPr>
              <a:t>Caso o operador sinta desconforto, vermelhidão e inchaço nos dedos, seguidos de perda de cor e de sensibilidade, consulte o médico imediatamente. Dor ou dormência nos dedos? Consulte um médico imediatamente!</a:t>
            </a:r>
            <a:endParaRPr lang="pt-BR" sz="1400" i="1" dirty="0">
              <a:latin typeface="Arial" panose="020B0604020202020204" pitchFamily="34" charset="0"/>
              <a:cs typeface="Arial" panose="020B0604020202020204" pitchFamily="34" charset="0"/>
            </a:endParaRPr>
          </a:p>
        </p:txBody>
      </p:sp>
      <p:pic>
        <p:nvPicPr>
          <p:cNvPr id="4" name="Espaço Reservado para Imagem 3"/>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6412" r="16412"/>
          <a:stretch>
            <a:fillRect/>
          </a:stretch>
        </p:blipFill>
        <p:spPr>
          <a:xfrm>
            <a:off x="8389933" y="3253153"/>
            <a:ext cx="3136742" cy="4669445"/>
          </a:xfrm>
        </p:spPr>
      </p:pic>
    </p:spTree>
    <p:extLst>
      <p:ext uri="{BB962C8B-B14F-4D97-AF65-F5344CB8AC3E}">
        <p14:creationId xmlns:p14="http://schemas.microsoft.com/office/powerpoint/2010/main" val="2111232174"/>
      </p:ext>
    </p:extLst>
  </p:cSld>
  <p:clrMapOvr>
    <a:masterClrMapping/>
  </p:clrMapOvr>
  <p:transition spd="slow" advTm="6455">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2" fill="hold" grpId="0" nodeType="withEffect">
                                  <p:stCondLst>
                                    <p:cond delay="3500"/>
                                  </p:stCondLst>
                                  <p:childTnLst>
                                    <p:set>
                                      <p:cBhvr>
                                        <p:cTn id="9" dur="1" fill="hold">
                                          <p:stCondLst>
                                            <p:cond delay="0"/>
                                          </p:stCondLst>
                                        </p:cTn>
                                        <p:tgtEl>
                                          <p:spTgt spid="17"/>
                                        </p:tgtEl>
                                        <p:attrNameLst>
                                          <p:attrName>style.visibility</p:attrName>
                                        </p:attrNameLst>
                                      </p:cBhvr>
                                      <p:to>
                                        <p:strVal val="visible"/>
                                      </p:to>
                                    </p:set>
                                    <p:anim calcmode="lin" valueType="num">
                                      <p:cBhvr additive="base">
                                        <p:cTn id="10" dur="750" fill="hold"/>
                                        <p:tgtEl>
                                          <p:spTgt spid="17"/>
                                        </p:tgtEl>
                                        <p:attrNameLst>
                                          <p:attrName>ppt_x</p:attrName>
                                        </p:attrNameLst>
                                      </p:cBhvr>
                                      <p:tavLst>
                                        <p:tav tm="0">
                                          <p:val>
                                            <p:strVal val="1+#ppt_w/2"/>
                                          </p:val>
                                        </p:tav>
                                        <p:tav tm="100000">
                                          <p:val>
                                            <p:strVal val="#ppt_x"/>
                                          </p:val>
                                        </p:tav>
                                      </p:tavLst>
                                    </p:anim>
                                    <p:anim calcmode="lin" valueType="num">
                                      <p:cBhvr additive="base">
                                        <p:cTn id="11" dur="750" fill="hold"/>
                                        <p:tgtEl>
                                          <p:spTgt spid="17"/>
                                        </p:tgtEl>
                                        <p:attrNameLst>
                                          <p:attrName>ppt_y</p:attrName>
                                        </p:attrNameLst>
                                      </p:cBhvr>
                                      <p:tavLst>
                                        <p:tav tm="0">
                                          <p:val>
                                            <p:strVal val="#ppt_y"/>
                                          </p:val>
                                        </p:tav>
                                        <p:tav tm="100000">
                                          <p:val>
                                            <p:strVal val="#ppt_y"/>
                                          </p:val>
                                        </p:tav>
                                      </p:tavLst>
                                    </p:anim>
                                  </p:childTnLst>
                                </p:cTn>
                              </p:par>
                              <p:par>
                                <p:cTn id="12" presetID="2" presetClass="entr" presetSubtype="2" decel="100000" fill="hold" grpId="0" nodeType="withEffect">
                                  <p:stCondLst>
                                    <p:cond delay="275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1+#ppt_w/2"/>
                                          </p:val>
                                        </p:tav>
                                        <p:tav tm="100000">
                                          <p:val>
                                            <p:strVal val="#ppt_x"/>
                                          </p:val>
                                        </p:tav>
                                      </p:tavLst>
                                    </p:anim>
                                    <p:anim calcmode="lin" valueType="num">
                                      <p:cBhvr additive="base">
                                        <p:cTn id="15"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7547959" y="4392554"/>
            <a:ext cx="2957610" cy="1973281"/>
          </a:xfrm>
          <a:prstGeom prst="rect">
            <a:avLst/>
          </a:prstGeom>
        </p:spPr>
      </p:pic>
      <p:sp>
        <p:nvSpPr>
          <p:cNvPr id="17" name="Text Placeholder 4"/>
          <p:cNvSpPr txBox="1">
            <a:spLocks/>
          </p:cNvSpPr>
          <p:nvPr/>
        </p:nvSpPr>
        <p:spPr>
          <a:xfrm>
            <a:off x="349660" y="2017910"/>
            <a:ext cx="580613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altLang="pt-BR" sz="2400" b="1" dirty="0" smtClean="0">
                <a:solidFill>
                  <a:srgbClr val="000000"/>
                </a:solidFill>
                <a:latin typeface="Arial" panose="020B0604020202020204" pitchFamily="34" charset="0"/>
                <a:cs typeface="Arial" panose="020B0604020202020204" pitchFamily="34" charset="0"/>
              </a:rPr>
              <a:t>LESÕES POR ESFORÇO</a:t>
            </a:r>
          </a:p>
          <a:p>
            <a:pPr marL="0" indent="0">
              <a:lnSpc>
                <a:spcPct val="114000"/>
              </a:lnSpc>
              <a:buNone/>
              <a:defRPr/>
            </a:pPr>
            <a:r>
              <a:rPr lang="pt-BR" sz="2400" b="1" dirty="0" smtClean="0">
                <a:solidFill>
                  <a:srgbClr val="000000"/>
                </a:solidFill>
                <a:latin typeface="Arial" panose="020B0604020202020204" pitchFamily="34" charset="0"/>
                <a:cs typeface="Arial" panose="020B0604020202020204" pitchFamily="34" charset="0"/>
              </a:rPr>
              <a:t>REPETITIVO (LER)</a:t>
            </a:r>
            <a:endParaRPr lang="pt-BR" sz="2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8" name="Rectangle 17"/>
          <p:cNvSpPr/>
          <p:nvPr/>
        </p:nvSpPr>
        <p:spPr>
          <a:xfrm>
            <a:off x="453507" y="3111801"/>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2" name="Espaço Reservado para Imagem 1"/>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3269" b="13269"/>
          <a:stretch>
            <a:fillRect/>
          </a:stretch>
        </p:blipFill>
        <p:spPr/>
      </p:pic>
      <p:sp>
        <p:nvSpPr>
          <p:cNvPr id="15" name="Text Placeholder 4"/>
          <p:cNvSpPr txBox="1">
            <a:spLocks/>
          </p:cNvSpPr>
          <p:nvPr/>
        </p:nvSpPr>
        <p:spPr>
          <a:xfrm>
            <a:off x="252359" y="3687053"/>
            <a:ext cx="7893659"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ct val="40000"/>
              </a:spcBef>
              <a:spcAft>
                <a:spcPct val="35000"/>
              </a:spcAft>
            </a:pPr>
            <a:r>
              <a:rPr lang="pt-BR" sz="2000" dirty="0">
                <a:latin typeface="Arial" panose="020B0604020202020204" pitchFamily="34" charset="0"/>
                <a:cs typeface="Arial" panose="020B0604020202020204" pitchFamily="34" charset="0"/>
              </a:rPr>
              <a:t>O esforço excessivo dos músculos e tendões dos dedos, mãos e ombros podem causar dores intensas, inchaço, dormência e fraqueza das áreas mencionadas. Certas atividades repetitivas da mão apresentam grandes chances de que desenvolver uma "Lesão por Esforços Repetitivos" (L.E.R.)</a:t>
            </a:r>
            <a:endParaRPr lang="pt-BR" sz="12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8780919"/>
      </p:ext>
    </p:extLst>
  </p:cSld>
  <p:clrMapOvr>
    <a:masterClrMapping/>
  </p:clrMapOvr>
  <p:transition spd="slow" advTm="9733">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7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ço Reservado para Imagem 3"/>
          <p:cNvPicPr>
            <a:picLocks noChangeAspect="1"/>
          </p:cNvPicPr>
          <p:nvPr/>
        </p:nvPicPr>
        <p:blipFill>
          <a:blip r:embed="rId2">
            <a:extLst>
              <a:ext uri="{28A0092B-C50C-407E-A947-70E740481C1C}">
                <a14:useLocalDpi xmlns:a14="http://schemas.microsoft.com/office/drawing/2010/main" val="0"/>
              </a:ext>
            </a:extLst>
          </a:blip>
          <a:srcRect l="16412" r="16412"/>
          <a:stretch>
            <a:fillRect/>
          </a:stretch>
        </p:blipFill>
        <p:spPr>
          <a:xfrm rot="20768539">
            <a:off x="8278685" y="603708"/>
            <a:ext cx="3136742" cy="4669445"/>
          </a:xfrm>
          <a:prstGeom prst="rect">
            <a:avLst/>
          </a:prstGeom>
        </p:spPr>
      </p:pic>
      <p:sp>
        <p:nvSpPr>
          <p:cNvPr id="9" name="Text Placeholder 4"/>
          <p:cNvSpPr txBox="1">
            <a:spLocks/>
          </p:cNvSpPr>
          <p:nvPr/>
        </p:nvSpPr>
        <p:spPr>
          <a:xfrm>
            <a:off x="685359" y="1025846"/>
            <a:ext cx="7495741"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600" b="1" dirty="0" smtClean="0">
                <a:solidFill>
                  <a:schemeClr val="tx1">
                    <a:lumMod val="65000"/>
                    <a:lumOff val="35000"/>
                  </a:schemeClr>
                </a:solidFill>
                <a:latin typeface="Arial" panose="020B0604020202020204" pitchFamily="34" charset="0"/>
                <a:cs typeface="Arial" panose="020B0604020202020204" pitchFamily="34" charset="0"/>
              </a:rPr>
              <a:t>PARA REDUZIR O RISCO DE LER</a:t>
            </a:r>
            <a:endParaRPr lang="id-ID" sz="36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0" name="Rectangle 9"/>
          <p:cNvSpPr/>
          <p:nvPr/>
        </p:nvSpPr>
        <p:spPr>
          <a:xfrm>
            <a:off x="803555" y="1725672"/>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 Placeholder 4"/>
          <p:cNvSpPr txBox="1">
            <a:spLocks/>
          </p:cNvSpPr>
          <p:nvPr/>
        </p:nvSpPr>
        <p:spPr>
          <a:xfrm>
            <a:off x="701954" y="69171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id-ID" sz="1400" dirty="0">
              <a:solidFill>
                <a:schemeClr val="bg1">
                  <a:lumMod val="75000"/>
                </a:schemeClr>
              </a:solidFill>
              <a:latin typeface="Segoe UI" panose="020B0502040204020203" pitchFamily="34" charset="0"/>
              <a:cs typeface="Segoe UI" panose="020B0502040204020203" pitchFamily="34" charset="0"/>
            </a:endParaRPr>
          </a:p>
        </p:txBody>
      </p:sp>
      <p:sp>
        <p:nvSpPr>
          <p:cNvPr id="13" name="Text Placeholder 4"/>
          <p:cNvSpPr txBox="1">
            <a:spLocks/>
          </p:cNvSpPr>
          <p:nvPr/>
        </p:nvSpPr>
        <p:spPr>
          <a:xfrm>
            <a:off x="541133" y="1943891"/>
            <a:ext cx="7224010"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defRPr/>
            </a:pPr>
            <a:r>
              <a:rPr lang="pt-BR" sz="1800" dirty="0">
                <a:latin typeface="Arial" panose="020B0604020202020204" pitchFamily="34" charset="0"/>
                <a:cs typeface="Arial" panose="020B0604020202020204" pitchFamily="34" charset="0"/>
              </a:rPr>
              <a:t>Evite trabalhar com os pulsos curvados, muito esticados ou torcidos. </a:t>
            </a:r>
          </a:p>
          <a:p>
            <a:pPr>
              <a:lnSpc>
                <a:spcPct val="114000"/>
              </a:lnSpc>
              <a:defRPr/>
            </a:pPr>
            <a:r>
              <a:rPr lang="pt-BR" sz="1800" dirty="0" smtClean="0">
                <a:latin typeface="Arial" panose="020B0604020202020204" pitchFamily="34" charset="0"/>
                <a:cs typeface="Arial" panose="020B0604020202020204" pitchFamily="34" charset="0"/>
              </a:rPr>
              <a:t>Faça </a:t>
            </a:r>
            <a:r>
              <a:rPr lang="pt-BR" sz="1800" dirty="0">
                <a:latin typeface="Arial" panose="020B0604020202020204" pitchFamily="34" charset="0"/>
                <a:cs typeface="Arial" panose="020B0604020202020204" pitchFamily="34" charset="0"/>
              </a:rPr>
              <a:t>paradas periódicas para minimizar a repetição. </a:t>
            </a:r>
          </a:p>
          <a:p>
            <a:pPr>
              <a:lnSpc>
                <a:spcPct val="114000"/>
              </a:lnSpc>
              <a:defRPr/>
            </a:pPr>
            <a:r>
              <a:rPr lang="pt-BR" sz="1800" dirty="0" smtClean="0">
                <a:latin typeface="Arial" panose="020B0604020202020204" pitchFamily="34" charset="0"/>
                <a:cs typeface="Arial" panose="020B0604020202020204" pitchFamily="34" charset="0"/>
              </a:rPr>
              <a:t>Faça </a:t>
            </a:r>
            <a:r>
              <a:rPr lang="pt-BR" sz="1800" dirty="0">
                <a:latin typeface="Arial" panose="020B0604020202020204" pitchFamily="34" charset="0"/>
                <a:cs typeface="Arial" panose="020B0604020202020204" pitchFamily="34" charset="0"/>
              </a:rPr>
              <a:t>exercícios de alongamento para os músculos da mão e dos braços (antes e depois do trabalho). </a:t>
            </a:r>
          </a:p>
          <a:p>
            <a:pPr>
              <a:lnSpc>
                <a:spcPct val="114000"/>
              </a:lnSpc>
              <a:defRPr/>
            </a:pPr>
            <a:r>
              <a:rPr lang="pt-BR" sz="1800" dirty="0" smtClean="0">
                <a:latin typeface="Arial" panose="020B0604020202020204" pitchFamily="34" charset="0"/>
                <a:cs typeface="Arial" panose="020B0604020202020204" pitchFamily="34" charset="0"/>
              </a:rPr>
              <a:t>Procure </a:t>
            </a:r>
            <a:r>
              <a:rPr lang="pt-BR" sz="1800" dirty="0">
                <a:latin typeface="Arial" panose="020B0604020202020204" pitchFamily="34" charset="0"/>
                <a:cs typeface="Arial" panose="020B0604020202020204" pitchFamily="34" charset="0"/>
              </a:rPr>
              <a:t>imediatamente um médico caso sinta coceiras, dormência ou dor em seus dedos, mãos, pulsos ou braços. Quanto mais </a:t>
            </a:r>
            <a:r>
              <a:rPr lang="pt-BR" sz="2000" dirty="0">
                <a:latin typeface="Arial" panose="020B0604020202020204" pitchFamily="34" charset="0"/>
                <a:cs typeface="Arial" panose="020B0604020202020204" pitchFamily="34" charset="0"/>
              </a:rPr>
              <a:t>cedo</a:t>
            </a:r>
            <a:r>
              <a:rPr lang="pt-BR" sz="1800" dirty="0">
                <a:latin typeface="Arial" panose="020B0604020202020204" pitchFamily="34" charset="0"/>
                <a:cs typeface="Arial" panose="020B0604020202020204" pitchFamily="34" charset="0"/>
              </a:rPr>
              <a:t> a L.E.R. for diagnosticada, menor será o dano causado e mais rápida será a recuperação.</a:t>
            </a:r>
            <a:endParaRPr lang="pt-BR" sz="1800" dirty="0">
              <a:solidFill>
                <a:schemeClr val="bg1">
                  <a:lumMod val="65000"/>
                </a:schemeClr>
              </a:solidFill>
              <a:latin typeface="Arial" panose="020B0604020202020204" pitchFamily="34" charset="0"/>
              <a:cs typeface="Arial" panose="020B0604020202020204" pitchFamily="34" charset="0"/>
            </a:endParaRPr>
          </a:p>
        </p:txBody>
      </p:sp>
      <p:sp>
        <p:nvSpPr>
          <p:cNvPr id="15" name="Retângulo 14"/>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Espaço Reservado para Imagem 1"/>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3269" b="13269"/>
          <a:stretch>
            <a:fillRect/>
          </a:stretch>
        </p:blipFill>
        <p:spPr>
          <a:xfrm>
            <a:off x="0" y="2219663"/>
            <a:ext cx="12192000" cy="4914109"/>
          </a:xfrm>
        </p:spPr>
      </p:pic>
    </p:spTree>
    <p:extLst>
      <p:ext uri="{BB962C8B-B14F-4D97-AF65-F5344CB8AC3E}">
        <p14:creationId xmlns:p14="http://schemas.microsoft.com/office/powerpoint/2010/main" val="1940626978"/>
      </p:ext>
    </p:extLst>
  </p:cSld>
  <p:clrMapOvr>
    <a:masterClrMapping/>
  </p:clrMapOvr>
  <p:transition spd="slow" advTm="6729">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186429" y="256861"/>
            <a:ext cx="2215208" cy="2215208"/>
          </a:xfrm>
          <a:prstGeom prst="rect">
            <a:avLst/>
          </a:prstGeom>
        </p:spPr>
      </p:pic>
      <p:sp>
        <p:nvSpPr>
          <p:cNvPr id="8" name="Rectangle 7"/>
          <p:cNvSpPr/>
          <p:nvPr/>
        </p:nvSpPr>
        <p:spPr>
          <a:xfrm>
            <a:off x="4612274" y="0"/>
            <a:ext cx="7579727" cy="6858000"/>
          </a:xfrm>
          <a:prstGeom prst="rect">
            <a:avLst/>
          </a:prstGeom>
          <a:solidFill>
            <a:srgbClr val="306B7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0" name="Text Placeholder 4"/>
          <p:cNvSpPr txBox="1">
            <a:spLocks/>
          </p:cNvSpPr>
          <p:nvPr/>
        </p:nvSpPr>
        <p:spPr>
          <a:xfrm>
            <a:off x="875008" y="2839137"/>
            <a:ext cx="3349368"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buNone/>
              <a:defRPr/>
            </a:pPr>
            <a:r>
              <a:rPr lang="pt-BR" sz="3200" b="1" dirty="0" smtClean="0">
                <a:solidFill>
                  <a:schemeClr val="tx1">
                    <a:lumMod val="65000"/>
                    <a:lumOff val="35000"/>
                  </a:schemeClr>
                </a:solidFill>
                <a:latin typeface="Arial" panose="020B0604020202020204" pitchFamily="34" charset="0"/>
                <a:cs typeface="Arial" panose="020B0604020202020204" pitchFamily="34" charset="0"/>
              </a:rPr>
              <a:t>INSPEÇÃO DAS LÂMINAS</a:t>
            </a:r>
            <a:endParaRPr lang="pt-BR" sz="32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21" name="Rectangle 20"/>
          <p:cNvSpPr/>
          <p:nvPr/>
        </p:nvSpPr>
        <p:spPr>
          <a:xfrm>
            <a:off x="1437335" y="3389949"/>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Text Placeholder 4"/>
          <p:cNvSpPr txBox="1">
            <a:spLocks/>
          </p:cNvSpPr>
          <p:nvPr/>
        </p:nvSpPr>
        <p:spPr>
          <a:xfrm>
            <a:off x="400649" y="2242488"/>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400" dirty="0">
              <a:solidFill>
                <a:schemeClr val="bg1">
                  <a:lumMod val="75000"/>
                </a:schemeClr>
              </a:solidFill>
              <a:latin typeface="Segoe UI" panose="020B0502040204020203" pitchFamily="34" charset="0"/>
              <a:cs typeface="Segoe UI" panose="020B0502040204020203" pitchFamily="34" charset="0"/>
            </a:endParaRPr>
          </a:p>
        </p:txBody>
      </p:sp>
      <p:sp>
        <p:nvSpPr>
          <p:cNvPr id="18" name="Text Placeholder 4"/>
          <p:cNvSpPr txBox="1">
            <a:spLocks/>
          </p:cNvSpPr>
          <p:nvPr/>
        </p:nvSpPr>
        <p:spPr>
          <a:xfrm>
            <a:off x="387950" y="3904266"/>
            <a:ext cx="3192846" cy="8755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pt-BR" sz="1200" dirty="0">
              <a:solidFill>
                <a:schemeClr val="bg1">
                  <a:lumMod val="50000"/>
                </a:schemeClr>
              </a:solidFill>
              <a:latin typeface="Segoe UI Light" panose="020B0502040204020203" pitchFamily="34" charset="0"/>
              <a:cs typeface="Segoe UI Light" panose="020B0502040204020203" pitchFamily="34" charset="0"/>
            </a:endParaRPr>
          </a:p>
        </p:txBody>
      </p:sp>
      <p:sp>
        <p:nvSpPr>
          <p:cNvPr id="30" name="Text Placeholder 4"/>
          <p:cNvSpPr txBox="1">
            <a:spLocks/>
          </p:cNvSpPr>
          <p:nvPr/>
        </p:nvSpPr>
        <p:spPr>
          <a:xfrm>
            <a:off x="4818340" y="1480839"/>
            <a:ext cx="7167594" cy="10957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ct val="25000"/>
              </a:spcAft>
            </a:pPr>
            <a:r>
              <a:rPr lang="pt-BR" sz="2400" dirty="0">
                <a:solidFill>
                  <a:schemeClr val="bg1"/>
                </a:solidFill>
                <a:latin typeface="Arial" panose="020B0604020202020204" pitchFamily="34" charset="0"/>
                <a:cs typeface="Arial" panose="020B0604020202020204" pitchFamily="34" charset="0"/>
              </a:rPr>
              <a:t>Inspecione a lâmina antes da instalação e a afiação da mesma. Lâminas "cegas" aumenta o risco de rebote. Quando as lâminas (3 pontas) começarem a ficar cegas devido ao desgaste, inverta-a para continuar trabalhando e gastar a lâmina por igual. Pequenas trincas ou rachaduras podem resultar em fraturas e o lançamento em alta velocidade destes estilhaços metálicos durante a operação. Descarte lâminas que apresentem rachaduras ou trincas (por menor que sejam).</a:t>
            </a:r>
            <a:endParaRPr lang="pt-BR" altLang="pt-BR" sz="2400" dirty="0">
              <a:solidFill>
                <a:schemeClr val="bg1"/>
              </a:solidFill>
              <a:latin typeface="Arial" panose="020B0604020202020204" pitchFamily="34" charset="0"/>
              <a:cs typeface="Arial" panose="020B0604020202020204" pitchFamily="34" charset="0"/>
            </a:endParaRPr>
          </a:p>
        </p:txBody>
      </p:sp>
      <p:sp>
        <p:nvSpPr>
          <p:cNvPr id="28" name="Rectangle 6"/>
          <p:cNvSpPr/>
          <p:nvPr/>
        </p:nvSpPr>
        <p:spPr>
          <a:xfrm rot="18604412">
            <a:off x="-1895171" y="-1052559"/>
            <a:ext cx="4188991" cy="261884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095513" y="4431563"/>
            <a:ext cx="2215208" cy="2215208"/>
          </a:xfrm>
          <a:prstGeom prst="rect">
            <a:avLst/>
          </a:prstGeom>
        </p:spPr>
      </p:pic>
    </p:spTree>
    <p:extLst>
      <p:ext uri="{BB962C8B-B14F-4D97-AF65-F5344CB8AC3E}">
        <p14:creationId xmlns:p14="http://schemas.microsoft.com/office/powerpoint/2010/main" val="3105143890"/>
      </p:ext>
    </p:extLst>
  </p:cSld>
  <p:clrMapOvr>
    <a:masterClrMapping/>
  </p:clrMapOvr>
  <p:transition spd="slow" advTm="8784">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nodePh="1">
                                  <p:stCondLst>
                                    <p:cond delay="125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2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2" presetClass="entr" presetSubtype="2" fill="hold" grpId="0" nodeType="withEffect">
                                  <p:stCondLst>
                                    <p:cond delay="2750"/>
                                  </p:st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fill="hold"/>
                                        <p:tgtEl>
                                          <p:spTgt spid="30"/>
                                        </p:tgtEl>
                                        <p:attrNameLst>
                                          <p:attrName>ppt_x</p:attrName>
                                        </p:attrNameLst>
                                      </p:cBhvr>
                                      <p:tavLst>
                                        <p:tav tm="0">
                                          <p:val>
                                            <p:strVal val="1+#ppt_w/2"/>
                                          </p:val>
                                        </p:tav>
                                        <p:tav tm="100000">
                                          <p:val>
                                            <p:strVal val="#ppt_x"/>
                                          </p:val>
                                        </p:tav>
                                      </p:tavLst>
                                    </p:anim>
                                    <p:anim calcmode="lin" valueType="num">
                                      <p:cBhvr additive="base">
                                        <p:cTn id="27" dur="500" fill="hold"/>
                                        <p:tgtEl>
                                          <p:spTgt spid="30"/>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3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750" fill="hold"/>
                                        <p:tgtEl>
                                          <p:spTgt spid="28"/>
                                        </p:tgtEl>
                                        <p:attrNameLst>
                                          <p:attrName>ppt_x</p:attrName>
                                        </p:attrNameLst>
                                      </p:cBhvr>
                                      <p:tavLst>
                                        <p:tav tm="0">
                                          <p:val>
                                            <p:strVal val="1+#ppt_w/2"/>
                                          </p:val>
                                        </p:tav>
                                        <p:tav tm="100000">
                                          <p:val>
                                            <p:strVal val="#ppt_x"/>
                                          </p:val>
                                        </p:tav>
                                      </p:tavLst>
                                    </p:anim>
                                    <p:anim calcmode="lin" valueType="num">
                                      <p:cBhvr additive="base">
                                        <p:cTn id="31" dur="7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p:bldP spid="21" grpId="0" animBg="1"/>
      <p:bldP spid="22" grpId="0"/>
      <p:bldP spid="18" grpId="0"/>
      <p:bldP spid="30" grpId="0"/>
      <p:bldP spid="28"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303381" y="0"/>
            <a:ext cx="4901720" cy="6858000"/>
            <a:chOff x="6359313" y="0"/>
            <a:chExt cx="4901720" cy="6858000"/>
          </a:xfrm>
        </p:grpSpPr>
        <p:sp>
          <p:nvSpPr>
            <p:cNvPr id="9" name="Rectangle 8"/>
            <p:cNvSpPr/>
            <p:nvPr/>
          </p:nvSpPr>
          <p:spPr>
            <a:xfrm>
              <a:off x="8957646" y="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9"/>
            <p:cNvSpPr/>
            <p:nvPr/>
          </p:nvSpPr>
          <p:spPr>
            <a:xfrm>
              <a:off x="6359313" y="3429000"/>
              <a:ext cx="2303387" cy="3429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14" name="Text Placeholder 4"/>
          <p:cNvSpPr txBox="1">
            <a:spLocks/>
          </p:cNvSpPr>
          <p:nvPr/>
        </p:nvSpPr>
        <p:spPr>
          <a:xfrm>
            <a:off x="3839200" y="617831"/>
            <a:ext cx="7639119"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4400" b="1" dirty="0" smtClean="0">
                <a:solidFill>
                  <a:schemeClr val="tx1">
                    <a:lumMod val="65000"/>
                    <a:lumOff val="35000"/>
                  </a:schemeClr>
                </a:solidFill>
                <a:latin typeface="Arial" panose="020B0604020202020204" pitchFamily="34" charset="0"/>
                <a:cs typeface="Arial" panose="020B0604020202020204" pitchFamily="34" charset="0"/>
              </a:rPr>
              <a:t>COMBUSTÍVEL</a:t>
            </a:r>
            <a:endParaRPr lang="pt-BR" sz="44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Rectangle 14"/>
          <p:cNvSpPr/>
          <p:nvPr/>
        </p:nvSpPr>
        <p:spPr>
          <a:xfrm>
            <a:off x="4930975" y="1484724"/>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Retângulo 12"/>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ctangle 6"/>
          <p:cNvSpPr/>
          <p:nvPr/>
        </p:nvSpPr>
        <p:spPr>
          <a:xfrm rot="19263167">
            <a:off x="-2195898" y="-541337"/>
            <a:ext cx="5108299" cy="2286000"/>
          </a:xfrm>
          <a:prstGeom prst="rect">
            <a:avLst/>
          </a:prstGeom>
          <a:solidFill>
            <a:srgbClr val="8CD515"/>
          </a:solidFill>
          <a:ln>
            <a:noFill/>
          </a:ln>
          <a:effectLst>
            <a:outerShdw blurRad="3810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Text Placeholder 4"/>
          <p:cNvSpPr txBox="1">
            <a:spLocks/>
          </p:cNvSpPr>
          <p:nvPr/>
        </p:nvSpPr>
        <p:spPr>
          <a:xfrm>
            <a:off x="1711525" y="2402769"/>
            <a:ext cx="9766793" cy="3142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400" dirty="0">
                <a:latin typeface="Arial" panose="020B0604020202020204" pitchFamily="34" charset="0"/>
                <a:cs typeface="Arial" panose="020B0604020202020204" pitchFamily="34" charset="0"/>
              </a:rPr>
              <a:t>O combustível deve ser armazenados em recipientes apropriados com tampa. Tanques ou recipientes de combustível podem vir a acumular pressão. Sempre abra lentamente a tampa de modo a permitir a saída vagarosa da pressão. Nunca abasteça o equipamento em ambientes fechados sem ventilação. Certifique-se de apertar firmemente a tampa do tanque de combustível após o abastecimento. Verifique a presença de vazamentos. Caso haja, não funcione o equipamento até que o problema seja resolvido.</a:t>
            </a:r>
            <a:endParaRPr lang="pt-BR" altLang="pt-B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0396880"/>
      </p:ext>
    </p:extLst>
  </p:cSld>
  <p:clrMapOvr>
    <a:masterClrMapping/>
  </p:clrMapOvr>
  <p:transition spd="slow" advTm="5865">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15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2" presetClass="entr" presetSubtype="2" fill="hold" grpId="0" nodeType="withEffect">
                                  <p:stCondLst>
                                    <p:cond delay="35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750" fill="hold"/>
                                        <p:tgtEl>
                                          <p:spTgt spid="17"/>
                                        </p:tgtEl>
                                        <p:attrNameLst>
                                          <p:attrName>ppt_x</p:attrName>
                                        </p:attrNameLst>
                                      </p:cBhvr>
                                      <p:tavLst>
                                        <p:tav tm="0">
                                          <p:val>
                                            <p:strVal val="1+#ppt_w/2"/>
                                          </p:val>
                                        </p:tav>
                                        <p:tav tm="100000">
                                          <p:val>
                                            <p:strVal val="#ppt_x"/>
                                          </p:val>
                                        </p:tav>
                                      </p:tavLst>
                                    </p:anim>
                                    <p:anim calcmode="lin" valueType="num">
                                      <p:cBhvr additive="base">
                                        <p:cTn id="22" dur="75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2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4"/>
          <p:cNvSpPr txBox="1">
            <a:spLocks/>
          </p:cNvSpPr>
          <p:nvPr/>
        </p:nvSpPr>
        <p:spPr>
          <a:xfrm>
            <a:off x="541133" y="544868"/>
            <a:ext cx="8712654" cy="918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r>
              <a:rPr lang="pt-BR" sz="3600" b="1" dirty="0" smtClean="0">
                <a:solidFill>
                  <a:schemeClr val="tx1">
                    <a:lumMod val="65000"/>
                    <a:lumOff val="35000"/>
                  </a:schemeClr>
                </a:solidFill>
                <a:latin typeface="Arial" panose="020B0604020202020204" pitchFamily="34" charset="0"/>
                <a:cs typeface="Arial" panose="020B0604020202020204" pitchFamily="34" charset="0"/>
              </a:rPr>
              <a:t>IDENTIFICAÇÃO DOS COMPONENTES</a:t>
            </a:r>
            <a:endParaRPr lang="id-ID" sz="36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0" name="Rectangle 9"/>
          <p:cNvSpPr/>
          <p:nvPr/>
        </p:nvSpPr>
        <p:spPr>
          <a:xfrm>
            <a:off x="717441" y="1183733"/>
            <a:ext cx="235745" cy="51152"/>
          </a:xfrm>
          <a:prstGeom prst="rect">
            <a:avLst/>
          </a:prstGeom>
          <a:gradFill>
            <a:gsLst>
              <a:gs pos="0">
                <a:schemeClr val="accent1"/>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 Placeholder 4"/>
          <p:cNvSpPr txBox="1">
            <a:spLocks/>
          </p:cNvSpPr>
          <p:nvPr/>
        </p:nvSpPr>
        <p:spPr>
          <a:xfrm>
            <a:off x="701954" y="691712"/>
            <a:ext cx="2286156" cy="3341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defRPr/>
            </a:pPr>
            <a:endParaRPr lang="id-ID" sz="1400" dirty="0">
              <a:solidFill>
                <a:schemeClr val="bg1">
                  <a:lumMod val="75000"/>
                </a:schemeClr>
              </a:solidFill>
              <a:latin typeface="Segoe UI" panose="020B0502040204020203" pitchFamily="34" charset="0"/>
              <a:cs typeface="Segoe UI" panose="020B0502040204020203" pitchFamily="34" charset="0"/>
            </a:endParaRPr>
          </a:p>
        </p:txBody>
      </p:sp>
      <p:sp>
        <p:nvSpPr>
          <p:cNvPr id="13" name="Text Placeholder 4"/>
          <p:cNvSpPr txBox="1">
            <a:spLocks/>
          </p:cNvSpPr>
          <p:nvPr/>
        </p:nvSpPr>
        <p:spPr>
          <a:xfrm>
            <a:off x="541133" y="2020917"/>
            <a:ext cx="7242990" cy="1231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800" dirty="0">
                <a:latin typeface="Arial" panose="020B0604020202020204" pitchFamily="34" charset="0"/>
                <a:cs typeface="Arial" panose="020B0604020202020204" pitchFamily="34" charset="0"/>
              </a:rPr>
              <a:t>1-Manípulo de partida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2-Tampa </a:t>
            </a:r>
            <a:r>
              <a:rPr lang="pt-BR" sz="1800" dirty="0">
                <a:latin typeface="Arial" panose="020B0604020202020204" pitchFamily="34" charset="0"/>
                <a:cs typeface="Arial" panose="020B0604020202020204" pitchFamily="34" charset="0"/>
              </a:rPr>
              <a:t>do tanque de combustível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3-Cabo </a:t>
            </a:r>
            <a:r>
              <a:rPr lang="pt-BR" sz="1800" dirty="0">
                <a:latin typeface="Arial" panose="020B0604020202020204" pitchFamily="34" charset="0"/>
                <a:cs typeface="Arial" panose="020B0604020202020204" pitchFamily="34" charset="0"/>
              </a:rPr>
              <a:t>do acelerador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4-Trava </a:t>
            </a:r>
            <a:r>
              <a:rPr lang="pt-BR" sz="1800" dirty="0">
                <a:latin typeface="Arial" panose="020B0604020202020204" pitchFamily="34" charset="0"/>
                <a:cs typeface="Arial" panose="020B0604020202020204" pitchFamily="34" charset="0"/>
              </a:rPr>
              <a:t>do gatilho do acelerador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5-Gatilho </a:t>
            </a:r>
            <a:r>
              <a:rPr lang="pt-BR" sz="1800" dirty="0">
                <a:latin typeface="Arial" panose="020B0604020202020204" pitchFamily="34" charset="0"/>
                <a:cs typeface="Arial" panose="020B0604020202020204" pitchFamily="34" charset="0"/>
              </a:rPr>
              <a:t>do acelerador </a:t>
            </a:r>
          </a:p>
          <a:p>
            <a:r>
              <a:rPr lang="pt-BR" sz="1800" dirty="0" smtClean="0">
                <a:latin typeface="Arial" panose="020B0604020202020204" pitchFamily="34" charset="0"/>
                <a:cs typeface="Arial" panose="020B0604020202020204" pitchFamily="34" charset="0"/>
              </a:rPr>
              <a:t>6-Botão </a:t>
            </a:r>
            <a:r>
              <a:rPr lang="pt-BR" sz="1800" dirty="0">
                <a:latin typeface="Arial" panose="020B0604020202020204" pitchFamily="34" charset="0"/>
                <a:cs typeface="Arial" panose="020B0604020202020204" pitchFamily="34" charset="0"/>
              </a:rPr>
              <a:t>interruptor (liga/desliga)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7-Guidão </a:t>
            </a:r>
          </a:p>
          <a:p>
            <a:r>
              <a:rPr lang="pt-BR" sz="1800" dirty="0" smtClean="0">
                <a:latin typeface="Arial" panose="020B0604020202020204" pitchFamily="34" charset="0"/>
                <a:cs typeface="Arial" panose="020B0604020202020204" pitchFamily="34" charset="0"/>
              </a:rPr>
              <a:t>8-Protetor </a:t>
            </a:r>
            <a:r>
              <a:rPr lang="pt-BR" sz="1800" dirty="0">
                <a:latin typeface="Arial" panose="020B0604020202020204" pitchFamily="34" charset="0"/>
                <a:cs typeface="Arial" panose="020B0604020202020204" pitchFamily="34" charset="0"/>
              </a:rPr>
              <a:t>da lâmina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9-Caixa </a:t>
            </a:r>
            <a:r>
              <a:rPr lang="pt-BR" sz="1800" dirty="0">
                <a:latin typeface="Arial" panose="020B0604020202020204" pitchFamily="34" charset="0"/>
                <a:cs typeface="Arial" panose="020B0604020202020204" pitchFamily="34" charset="0"/>
              </a:rPr>
              <a:t>de engrenagens </a:t>
            </a:r>
            <a:endParaRPr lang="pt-BR" sz="1800" dirty="0" smtClean="0">
              <a:latin typeface="Arial" panose="020B0604020202020204" pitchFamily="34" charset="0"/>
              <a:cs typeface="Arial" panose="020B0604020202020204" pitchFamily="34" charset="0"/>
            </a:endParaRPr>
          </a:p>
          <a:p>
            <a:r>
              <a:rPr lang="pt-BR" sz="1800" dirty="0" smtClean="0">
                <a:latin typeface="Arial" panose="020B0604020202020204" pitchFamily="34" charset="0"/>
                <a:cs typeface="Arial" panose="020B0604020202020204" pitchFamily="34" charset="0"/>
              </a:rPr>
              <a:t>10-Cortador </a:t>
            </a:r>
            <a:r>
              <a:rPr lang="pt-BR" sz="1800" dirty="0">
                <a:latin typeface="Arial" panose="020B0604020202020204" pitchFamily="34" charset="0"/>
                <a:cs typeface="Arial" panose="020B0604020202020204" pitchFamily="34" charset="0"/>
              </a:rPr>
              <a:t>do fio de nylon 11-Haste</a:t>
            </a:r>
            <a:endParaRPr lang="pt-BR" altLang="pt-BR" sz="1800" dirty="0">
              <a:solidFill>
                <a:srgbClr val="000000"/>
              </a:solidFill>
              <a:latin typeface="Arial" panose="020B0604020202020204" pitchFamily="34" charset="0"/>
              <a:cs typeface="Arial" panose="020B0604020202020204" pitchFamily="34" charset="0"/>
            </a:endParaRPr>
          </a:p>
          <a:p>
            <a:pPr>
              <a:lnSpc>
                <a:spcPct val="114000"/>
              </a:lnSpc>
              <a:defRPr/>
            </a:pPr>
            <a:endParaRPr lang="pt-BR" sz="1100" dirty="0">
              <a:solidFill>
                <a:schemeClr val="bg1">
                  <a:lumMod val="65000"/>
                </a:schemeClr>
              </a:solidFill>
              <a:latin typeface="Arial" panose="020B0604020202020204" pitchFamily="34" charset="0"/>
              <a:cs typeface="Arial" panose="020B0604020202020204" pitchFamily="34" charset="0"/>
            </a:endParaRPr>
          </a:p>
        </p:txBody>
      </p:sp>
      <p:sp>
        <p:nvSpPr>
          <p:cNvPr id="15" name="Retângulo 14"/>
          <p:cNvSpPr/>
          <p:nvPr/>
        </p:nvSpPr>
        <p:spPr>
          <a:xfrm>
            <a:off x="358253" y="6260123"/>
            <a:ext cx="11465929" cy="4220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Espaço Reservado para Imagem 1"/>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38046" r="21941" b="22318"/>
          <a:stretch/>
        </p:blipFill>
        <p:spPr>
          <a:xfrm>
            <a:off x="-274320" y="3383280"/>
            <a:ext cx="12472415" cy="3474720"/>
          </a:xfrm>
        </p:spPr>
      </p:pic>
      <p:sp>
        <p:nvSpPr>
          <p:cNvPr id="8" name="object 2"/>
          <p:cNvSpPr/>
          <p:nvPr/>
        </p:nvSpPr>
        <p:spPr>
          <a:xfrm>
            <a:off x="5768788" y="1822953"/>
            <a:ext cx="5060908" cy="1943139"/>
          </a:xfrm>
          <a:prstGeom prst="rect">
            <a:avLst/>
          </a:prstGeom>
          <a:blipFill>
            <a:blip r:embed="rId3" cstate="print"/>
            <a:srcRect/>
            <a:stretch>
              <a:fillRect l="-5454" t="-48275" r="-3637" b="-162071"/>
            </a:stretch>
          </a:blipFill>
        </p:spPr>
        <p:txBody>
          <a:bodyPr wrap="square" lIns="0" tIns="0" rIns="0" bIns="0" rtlCol="0"/>
          <a:lstStyle/>
          <a:p>
            <a:endParaRPr/>
          </a:p>
        </p:txBody>
      </p:sp>
    </p:spTree>
    <p:extLst>
      <p:ext uri="{BB962C8B-B14F-4D97-AF65-F5344CB8AC3E}">
        <p14:creationId xmlns:p14="http://schemas.microsoft.com/office/powerpoint/2010/main" val="2323230783"/>
      </p:ext>
    </p:extLst>
  </p:cSld>
  <p:clrMapOvr>
    <a:masterClrMapping/>
  </p:clrMapOvr>
  <p:transition spd="slow" advTm="3875">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50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75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1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ixadeira de cinta: Como escolher a melhor em 2020? | REVIEWBOX">
            <a:extLst>
              <a:ext uri="{FF2B5EF4-FFF2-40B4-BE49-F238E27FC236}">
                <a16:creationId xmlns:a16="http://schemas.microsoft.com/office/drawing/2014/main" id="{45BE74C6-D5E5-4AF1-94C1-4A98F9E777B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t="13312" b="18106"/>
          <a:stretch/>
        </p:blipFill>
        <p:spPr bwMode="auto">
          <a:xfrm>
            <a:off x="-375219" y="0"/>
            <a:ext cx="1256721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8032" y="795211"/>
            <a:ext cx="11872844" cy="1006429"/>
          </a:xfrm>
          <a:prstGeom prst="rect">
            <a:avLst/>
          </a:prstGeom>
          <a:noFill/>
        </p:spPr>
        <p:txBody>
          <a:bodyPr wrap="square" rtlCol="0">
            <a:spAutoFit/>
          </a:bodyPr>
          <a:lstStyle/>
          <a:p>
            <a:pPr algn="ctr">
              <a:lnSpc>
                <a:spcPct val="90000"/>
              </a:lnSpc>
            </a:pPr>
            <a:r>
              <a:rPr lang="pt-BR" altLang="pt-BR" sz="6600" b="1" dirty="0">
                <a:solidFill>
                  <a:srgbClr val="FFCC00"/>
                </a:solidFill>
                <a:latin typeface="Arial" panose="020B0604020202020204" pitchFamily="34" charset="0"/>
                <a:cs typeface="Arial" panose="020B0604020202020204" pitchFamily="34" charset="0"/>
              </a:rPr>
              <a:t>Lembre-se:</a:t>
            </a:r>
          </a:p>
        </p:txBody>
      </p:sp>
      <p:grpSp>
        <p:nvGrpSpPr>
          <p:cNvPr id="5" name="Group 4"/>
          <p:cNvGrpSpPr/>
          <p:nvPr/>
        </p:nvGrpSpPr>
        <p:grpSpPr>
          <a:xfrm>
            <a:off x="152899" y="243425"/>
            <a:ext cx="11719946" cy="6371150"/>
            <a:chOff x="236027" y="243425"/>
            <a:chExt cx="11719946" cy="6371150"/>
          </a:xfrm>
          <a:solidFill>
            <a:schemeClr val="accent1">
              <a:lumMod val="40000"/>
              <a:lumOff val="60000"/>
            </a:schemeClr>
          </a:solidFill>
        </p:grpSpPr>
        <p:grpSp>
          <p:nvGrpSpPr>
            <p:cNvPr id="6" name="Group 5"/>
            <p:cNvGrpSpPr/>
            <p:nvPr/>
          </p:nvGrpSpPr>
          <p:grpSpPr>
            <a:xfrm>
              <a:off x="236027" y="243425"/>
              <a:ext cx="11719946" cy="6371150"/>
              <a:chOff x="236027" y="243425"/>
              <a:chExt cx="11719946" cy="6371150"/>
            </a:xfrm>
            <a:grpFill/>
          </p:grpSpPr>
          <p:sp>
            <p:nvSpPr>
              <p:cNvPr id="10" name="Half Frame 9"/>
              <p:cNvSpPr/>
              <p:nvPr/>
            </p:nvSpPr>
            <p:spPr>
              <a:xfrm>
                <a:off x="236027"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11" name="Half Frame 10"/>
              <p:cNvSpPr/>
              <p:nvPr/>
            </p:nvSpPr>
            <p:spPr>
              <a:xfrm flipH="1" flipV="1">
                <a:off x="11052693"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nvGrpSpPr>
            <p:cNvPr id="7" name="Group 6"/>
            <p:cNvGrpSpPr/>
            <p:nvPr/>
          </p:nvGrpSpPr>
          <p:grpSpPr>
            <a:xfrm flipH="1">
              <a:off x="236027" y="243425"/>
              <a:ext cx="11719946" cy="6371150"/>
              <a:chOff x="3300854" y="243425"/>
              <a:chExt cx="11719946" cy="6371150"/>
            </a:xfrm>
            <a:grpFill/>
          </p:grpSpPr>
          <p:sp>
            <p:nvSpPr>
              <p:cNvPr id="8" name="Half Frame 7"/>
              <p:cNvSpPr/>
              <p:nvPr/>
            </p:nvSpPr>
            <p:spPr>
              <a:xfrm>
                <a:off x="3300854" y="24342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sp>
            <p:nvSpPr>
              <p:cNvPr id="9" name="Half Frame 8"/>
              <p:cNvSpPr/>
              <p:nvPr/>
            </p:nvSpPr>
            <p:spPr>
              <a:xfrm flipH="1" flipV="1">
                <a:off x="14117520" y="5711295"/>
                <a:ext cx="903280" cy="903280"/>
              </a:xfrm>
              <a:prstGeom prst="halfFrame">
                <a:avLst>
                  <a:gd name="adj1" fmla="val 20431"/>
                  <a:gd name="adj2" fmla="val 21661"/>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50000"/>
                      <a:lumOff val="50000"/>
                      <a:alpha val="20000"/>
                    </a:schemeClr>
                  </a:solidFill>
                </a:endParaRPr>
              </a:p>
            </p:txBody>
          </p:sp>
        </p:grpSp>
      </p:grpSp>
      <p:sp>
        <p:nvSpPr>
          <p:cNvPr id="12" name="TextBox 2">
            <a:extLst>
              <a:ext uri="{FF2B5EF4-FFF2-40B4-BE49-F238E27FC236}">
                <a16:creationId xmlns:a16="http://schemas.microsoft.com/office/drawing/2014/main" id="{F452B195-0601-41C2-AF1F-EE9C6215A91B}"/>
              </a:ext>
            </a:extLst>
          </p:cNvPr>
          <p:cNvSpPr txBox="1"/>
          <p:nvPr/>
        </p:nvSpPr>
        <p:spPr>
          <a:xfrm>
            <a:off x="1" y="2063628"/>
            <a:ext cx="11872844" cy="3416320"/>
          </a:xfrm>
          <a:prstGeom prst="rect">
            <a:avLst/>
          </a:prstGeom>
          <a:noFill/>
        </p:spPr>
        <p:txBody>
          <a:bodyPr wrap="square" rtlCol="0">
            <a:spAutoFit/>
          </a:bodyPr>
          <a:lstStyle/>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Não há serviço tão IMPORTANTE,</a:t>
            </a:r>
          </a:p>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nem trabalho tão URGENTE</a:t>
            </a:r>
          </a:p>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que não possa ser feito com</a:t>
            </a:r>
          </a:p>
          <a:p>
            <a:pPr algn="ctr" eaLnBrk="0" hangingPunct="0">
              <a:defRPr/>
            </a:pPr>
            <a:r>
              <a:rPr lang="pt-BR" sz="5400" b="1" i="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pt-BR" sz="5400" b="1" i="1" dirty="0">
                <a:solidFill>
                  <a:srgbClr val="FFCC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SEGURANÇA!</a:t>
            </a:r>
          </a:p>
        </p:txBody>
      </p:sp>
    </p:spTree>
    <p:extLst>
      <p:ext uri="{BB962C8B-B14F-4D97-AF65-F5344CB8AC3E}">
        <p14:creationId xmlns:p14="http://schemas.microsoft.com/office/powerpoint/2010/main" val="3171577716"/>
      </p:ext>
    </p:extLst>
  </p:cSld>
  <p:clrMapOvr>
    <a:masterClrMapping/>
  </p:clrMapOvr>
  <mc:AlternateContent xmlns:mc="http://schemas.openxmlformats.org/markup-compatibility/2006" xmlns:p14="http://schemas.microsoft.com/office/powerpoint/2010/main">
    <mc:Choice Requires="p14">
      <p:transition spd="med" p14:dur="700" advTm="4174">
        <p:fade/>
      </p:transition>
    </mc:Choice>
    <mc:Fallback xmlns="">
      <p:transition spd="med" advTm="41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Lst>
  </p:timing>
</p:sld>
</file>

<file path=ppt/theme/theme1.xml><?xml version="1.0" encoding="utf-8"?>
<a:theme xmlns:a="http://schemas.openxmlformats.org/drawingml/2006/main" name="Office Theme">
  <a:themeElements>
    <a:clrScheme name="tosca shade">
      <a:dk1>
        <a:sysClr val="windowText" lastClr="000000"/>
      </a:dk1>
      <a:lt1>
        <a:sysClr val="window" lastClr="FFFFFF"/>
      </a:lt1>
      <a:dk2>
        <a:srgbClr val="005250"/>
      </a:dk2>
      <a:lt2>
        <a:srgbClr val="E5DEDB"/>
      </a:lt2>
      <a:accent1>
        <a:srgbClr val="1BC1B7"/>
      </a:accent1>
      <a:accent2>
        <a:srgbClr val="AFEEEE"/>
      </a:accent2>
      <a:accent3>
        <a:srgbClr val="08E8DE"/>
      </a:accent3>
      <a:accent4>
        <a:srgbClr val="00CED1"/>
      </a:accent4>
      <a:accent5>
        <a:srgbClr val="248FDB"/>
      </a:accent5>
      <a:accent6>
        <a:srgbClr val="1C72AC"/>
      </a:accent6>
      <a:hlink>
        <a:srgbClr val="008080"/>
      </a:hlink>
      <a:folHlink>
        <a:srgbClr val="00B0A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5958</TotalTime>
  <Words>2036</Words>
  <Application>Microsoft Office PowerPoint</Application>
  <PresentationFormat>Widescreen</PresentationFormat>
  <Paragraphs>314</Paragraphs>
  <Slides>83</Slides>
  <Notes>0</Notes>
  <HiddenSlides>0</HiddenSlides>
  <MMClips>0</MMClips>
  <ScaleCrop>false</ScaleCrop>
  <HeadingPairs>
    <vt:vector size="8" baseType="variant">
      <vt:variant>
        <vt:lpstr>Fontes usadas</vt:lpstr>
      </vt:variant>
      <vt:variant>
        <vt:i4>6</vt:i4>
      </vt:variant>
      <vt:variant>
        <vt:lpstr>Tema</vt:lpstr>
      </vt:variant>
      <vt:variant>
        <vt:i4>1</vt:i4>
      </vt:variant>
      <vt:variant>
        <vt:lpstr>Servidores OLE inseridos</vt:lpstr>
      </vt:variant>
      <vt:variant>
        <vt:i4>1</vt:i4>
      </vt:variant>
      <vt:variant>
        <vt:lpstr>Títulos de slides</vt:lpstr>
      </vt:variant>
      <vt:variant>
        <vt:i4>83</vt:i4>
      </vt:variant>
    </vt:vector>
  </HeadingPairs>
  <TitlesOfParts>
    <vt:vector size="91" baseType="lpstr">
      <vt:lpstr>Arial</vt:lpstr>
      <vt:lpstr>Bebas Neue</vt:lpstr>
      <vt:lpstr>Calibri</vt:lpstr>
      <vt:lpstr>Comic Sans MS</vt:lpstr>
      <vt:lpstr>Segoe UI</vt:lpstr>
      <vt:lpstr>Segoe UI Light</vt:lpstr>
      <vt:lpstr>Office Theme</vt:lpstr>
      <vt:lpstr>Foto do Photo Editor</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Herbert Bento; Joao L Morais</dc:creator>
  <cp:keywords>SMALLSTORE INFORMATICA</cp:keywords>
  <cp:lastModifiedBy>Herbert Bento</cp:lastModifiedBy>
  <cp:revision>436</cp:revision>
  <dcterms:created xsi:type="dcterms:W3CDTF">2016-12-19T04:22:00Z</dcterms:created>
  <dcterms:modified xsi:type="dcterms:W3CDTF">2023-12-13T12:09:00Z</dcterms:modified>
  <cp:version>Escola da Prevencao SST 2022</cp:version>
</cp:coreProperties>
</file>